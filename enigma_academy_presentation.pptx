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2.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jgkDv8zmdqUSK5xY/l3Mvh26RU8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firas amaria"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91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01-30T14:25:18.537" idx="1">
    <p:pos x="6000" y="0"/>
    <p:text>keep as is ?</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dCCvvzw"/>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5-01-30T14:28:36.975" idx="2">
    <p:pos x="6000" y="0"/>
    <p:text>add pic of the puzzle room ?</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dCCvvz0"/>
      </p:ext>
    </p:extLst>
  </p:cm>
</p:cmLst>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13.svg"/><Relationship Id="rId9" Type="http://schemas.openxmlformats.org/officeDocument/2006/relationships/image" Target="../media/image2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13.svg"/><Relationship Id="rId9" Type="http://schemas.openxmlformats.org/officeDocument/2006/relationships/image" Target="../media/image25.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556815-93FD-427F-A576-F50F69CB7CB5}"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4662AE7-A0D3-4425-8A87-37D72134E71B}">
      <dgm:prSet/>
      <dgm:spPr/>
      <dgm:t>
        <a:bodyPr/>
        <a:lstStyle/>
        <a:p>
          <a:pPr>
            <a:defRPr cap="all"/>
          </a:pPr>
          <a:r>
            <a:rPr lang="en-US"/>
            <a:t>Target Audience</a:t>
          </a:r>
        </a:p>
      </dgm:t>
    </dgm:pt>
    <dgm:pt modelId="{ED805D1D-67E9-4A2E-A4F7-24F322470B8F}" type="parTrans" cxnId="{E93F93E2-3A7B-45AA-B3B8-70620454E162}">
      <dgm:prSet/>
      <dgm:spPr/>
      <dgm:t>
        <a:bodyPr/>
        <a:lstStyle/>
        <a:p>
          <a:endParaRPr lang="en-US"/>
        </a:p>
      </dgm:t>
    </dgm:pt>
    <dgm:pt modelId="{8E012207-FB95-4D4F-B1A8-0BBA197BCB44}" type="sibTrans" cxnId="{E93F93E2-3A7B-45AA-B3B8-70620454E162}">
      <dgm:prSet/>
      <dgm:spPr/>
      <dgm:t>
        <a:bodyPr/>
        <a:lstStyle/>
        <a:p>
          <a:endParaRPr lang="en-US"/>
        </a:p>
      </dgm:t>
    </dgm:pt>
    <dgm:pt modelId="{6E3F388F-E371-4B45-BEA8-F3269AD71740}">
      <dgm:prSet/>
      <dgm:spPr/>
      <dgm:t>
        <a:bodyPr/>
        <a:lstStyle/>
        <a:p>
          <a:pPr>
            <a:defRPr cap="all"/>
          </a:pPr>
          <a:r>
            <a:rPr lang="en-US"/>
            <a:t>Educational scope</a:t>
          </a:r>
        </a:p>
      </dgm:t>
    </dgm:pt>
    <dgm:pt modelId="{2CB9CC6E-3759-405B-B180-B147005314B3}" type="parTrans" cxnId="{91818ACA-9319-4A44-BA1A-1FCE62080035}">
      <dgm:prSet/>
      <dgm:spPr/>
      <dgm:t>
        <a:bodyPr/>
        <a:lstStyle/>
        <a:p>
          <a:endParaRPr lang="en-US"/>
        </a:p>
      </dgm:t>
    </dgm:pt>
    <dgm:pt modelId="{51B2E6B8-4C61-4B1A-B2E1-8DDB1AA44DC9}" type="sibTrans" cxnId="{91818ACA-9319-4A44-BA1A-1FCE62080035}">
      <dgm:prSet/>
      <dgm:spPr/>
      <dgm:t>
        <a:bodyPr/>
        <a:lstStyle/>
        <a:p>
          <a:endParaRPr lang="en-US"/>
        </a:p>
      </dgm:t>
    </dgm:pt>
    <dgm:pt modelId="{43B9AEAB-09C2-4218-9A4F-35FF96DCC420}">
      <dgm:prSet/>
      <dgm:spPr/>
      <dgm:t>
        <a:bodyPr/>
        <a:lstStyle/>
        <a:p>
          <a:pPr>
            <a:defRPr cap="all"/>
          </a:pPr>
          <a:r>
            <a:rPr lang="en-US"/>
            <a:t>Gameplay </a:t>
          </a:r>
        </a:p>
      </dgm:t>
    </dgm:pt>
    <dgm:pt modelId="{6C5A969B-7191-44AA-A984-67E5869C283B}" type="parTrans" cxnId="{AC8213E3-886B-4FE3-A98A-9F0ED3C2A387}">
      <dgm:prSet/>
      <dgm:spPr/>
      <dgm:t>
        <a:bodyPr/>
        <a:lstStyle/>
        <a:p>
          <a:endParaRPr lang="en-US"/>
        </a:p>
      </dgm:t>
    </dgm:pt>
    <dgm:pt modelId="{35436DD9-93F1-4826-B782-3401F308218A}" type="sibTrans" cxnId="{AC8213E3-886B-4FE3-A98A-9F0ED3C2A387}">
      <dgm:prSet/>
      <dgm:spPr/>
      <dgm:t>
        <a:bodyPr/>
        <a:lstStyle/>
        <a:p>
          <a:endParaRPr lang="en-US"/>
        </a:p>
      </dgm:t>
    </dgm:pt>
    <dgm:pt modelId="{5D8C1C5B-C3E3-452D-A31D-EAB4670593FB}">
      <dgm:prSet/>
      <dgm:spPr/>
      <dgm:t>
        <a:bodyPr/>
        <a:lstStyle/>
        <a:p>
          <a:pPr>
            <a:defRPr cap="all"/>
          </a:pPr>
          <a:r>
            <a:rPr lang="en-US"/>
            <a:t>Complexity and depth</a:t>
          </a:r>
        </a:p>
      </dgm:t>
    </dgm:pt>
    <dgm:pt modelId="{362181F7-5584-425F-9627-492F159AED3D}" type="parTrans" cxnId="{C9823890-07FF-4BF1-BCD3-7F1D554D06D0}">
      <dgm:prSet/>
      <dgm:spPr/>
      <dgm:t>
        <a:bodyPr/>
        <a:lstStyle/>
        <a:p>
          <a:endParaRPr lang="en-US"/>
        </a:p>
      </dgm:t>
    </dgm:pt>
    <dgm:pt modelId="{73519009-FD51-4B7C-B585-2ED51D963D80}" type="sibTrans" cxnId="{C9823890-07FF-4BF1-BCD3-7F1D554D06D0}">
      <dgm:prSet/>
      <dgm:spPr/>
      <dgm:t>
        <a:bodyPr/>
        <a:lstStyle/>
        <a:p>
          <a:endParaRPr lang="en-US"/>
        </a:p>
      </dgm:t>
    </dgm:pt>
    <dgm:pt modelId="{9CFE20E1-DC46-457B-B88F-FAA90310288E}">
      <dgm:prSet/>
      <dgm:spPr/>
      <dgm:t>
        <a:bodyPr/>
        <a:lstStyle/>
        <a:p>
          <a:pPr>
            <a:defRPr cap="all"/>
          </a:pPr>
          <a:r>
            <a:rPr lang="en-US"/>
            <a:t>Learning outcomes</a:t>
          </a:r>
        </a:p>
      </dgm:t>
    </dgm:pt>
    <dgm:pt modelId="{17F58264-27C8-4D38-8362-B85A0933AA06}" type="parTrans" cxnId="{4D3419BE-A2BB-415B-A5C4-42B35B090110}">
      <dgm:prSet/>
      <dgm:spPr/>
      <dgm:t>
        <a:bodyPr/>
        <a:lstStyle/>
        <a:p>
          <a:endParaRPr lang="en-US"/>
        </a:p>
      </dgm:t>
    </dgm:pt>
    <dgm:pt modelId="{5C1E7D6A-A22A-4B1C-8602-8FFCF3491146}" type="sibTrans" cxnId="{4D3419BE-A2BB-415B-A5C4-42B35B090110}">
      <dgm:prSet/>
      <dgm:spPr/>
      <dgm:t>
        <a:bodyPr/>
        <a:lstStyle/>
        <a:p>
          <a:endParaRPr lang="en-US"/>
        </a:p>
      </dgm:t>
    </dgm:pt>
    <dgm:pt modelId="{44CC919C-D465-40F7-9AC7-05A5F6A493C3}" type="pres">
      <dgm:prSet presAssocID="{A7556815-93FD-427F-A576-F50F69CB7CB5}" presName="root" presStyleCnt="0">
        <dgm:presLayoutVars>
          <dgm:dir/>
          <dgm:resizeHandles val="exact"/>
        </dgm:presLayoutVars>
      </dgm:prSet>
      <dgm:spPr/>
    </dgm:pt>
    <dgm:pt modelId="{F7DA43D0-B9BD-4D7D-85B5-9E3633DC8C6E}" type="pres">
      <dgm:prSet presAssocID="{44662AE7-A0D3-4425-8A87-37D72134E71B}" presName="compNode" presStyleCnt="0"/>
      <dgm:spPr/>
    </dgm:pt>
    <dgm:pt modelId="{499370FD-F06E-4134-8FC5-459FAA5F0DB0}" type="pres">
      <dgm:prSet presAssocID="{44662AE7-A0D3-4425-8A87-37D72134E71B}" presName="iconBgRect" presStyleLbl="bgShp" presStyleIdx="0" presStyleCnt="5"/>
      <dgm:spPr/>
    </dgm:pt>
    <dgm:pt modelId="{88232C2E-0564-404B-8C72-44965D8C87BD}" type="pres">
      <dgm:prSet presAssocID="{44662AE7-A0D3-4425-8A87-37D72134E71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9B7D453F-D109-4FC0-99D9-1CDFE667AE2A}" type="pres">
      <dgm:prSet presAssocID="{44662AE7-A0D3-4425-8A87-37D72134E71B}" presName="spaceRect" presStyleCnt="0"/>
      <dgm:spPr/>
    </dgm:pt>
    <dgm:pt modelId="{16FC81B3-00B6-40C2-8A10-DE90EC8DC320}" type="pres">
      <dgm:prSet presAssocID="{44662AE7-A0D3-4425-8A87-37D72134E71B}" presName="textRect" presStyleLbl="revTx" presStyleIdx="0" presStyleCnt="5">
        <dgm:presLayoutVars>
          <dgm:chMax val="1"/>
          <dgm:chPref val="1"/>
        </dgm:presLayoutVars>
      </dgm:prSet>
      <dgm:spPr/>
    </dgm:pt>
    <dgm:pt modelId="{2A0BF9F4-3025-440B-9696-BFC1F2BB9347}" type="pres">
      <dgm:prSet presAssocID="{8E012207-FB95-4D4F-B1A8-0BBA197BCB44}" presName="sibTrans" presStyleCnt="0"/>
      <dgm:spPr/>
    </dgm:pt>
    <dgm:pt modelId="{F6C262DB-3D31-4808-A882-B6BEC279BE16}" type="pres">
      <dgm:prSet presAssocID="{6E3F388F-E371-4B45-BEA8-F3269AD71740}" presName="compNode" presStyleCnt="0"/>
      <dgm:spPr/>
    </dgm:pt>
    <dgm:pt modelId="{40F62823-AA6D-4263-AA59-ACE68C942F40}" type="pres">
      <dgm:prSet presAssocID="{6E3F388F-E371-4B45-BEA8-F3269AD71740}" presName="iconBgRect" presStyleLbl="bgShp" presStyleIdx="1" presStyleCnt="5"/>
      <dgm:spPr/>
    </dgm:pt>
    <dgm:pt modelId="{AB655A34-A499-419E-A5D3-FB07F313FF53}" type="pres">
      <dgm:prSet presAssocID="{6E3F388F-E371-4B45-BEA8-F3269AD7174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3EDA7A9D-4A56-4CC2-884D-72E1283E1420}" type="pres">
      <dgm:prSet presAssocID="{6E3F388F-E371-4B45-BEA8-F3269AD71740}" presName="spaceRect" presStyleCnt="0"/>
      <dgm:spPr/>
    </dgm:pt>
    <dgm:pt modelId="{96055CB5-A644-4906-BF5F-6530766578A9}" type="pres">
      <dgm:prSet presAssocID="{6E3F388F-E371-4B45-BEA8-F3269AD71740}" presName="textRect" presStyleLbl="revTx" presStyleIdx="1" presStyleCnt="5">
        <dgm:presLayoutVars>
          <dgm:chMax val="1"/>
          <dgm:chPref val="1"/>
        </dgm:presLayoutVars>
      </dgm:prSet>
      <dgm:spPr/>
    </dgm:pt>
    <dgm:pt modelId="{16D99381-E568-45C6-ADD5-F7533CC5C3C2}" type="pres">
      <dgm:prSet presAssocID="{51B2E6B8-4C61-4B1A-B2E1-8DDB1AA44DC9}" presName="sibTrans" presStyleCnt="0"/>
      <dgm:spPr/>
    </dgm:pt>
    <dgm:pt modelId="{81813201-6CD8-4B62-95E8-4C55CC666FB1}" type="pres">
      <dgm:prSet presAssocID="{43B9AEAB-09C2-4218-9A4F-35FF96DCC420}" presName="compNode" presStyleCnt="0"/>
      <dgm:spPr/>
    </dgm:pt>
    <dgm:pt modelId="{C951DD91-260F-4746-B5F6-8B1307199879}" type="pres">
      <dgm:prSet presAssocID="{43B9AEAB-09C2-4218-9A4F-35FF96DCC420}" presName="iconBgRect" presStyleLbl="bgShp" presStyleIdx="2" presStyleCnt="5"/>
      <dgm:spPr/>
    </dgm:pt>
    <dgm:pt modelId="{86A5BCCC-94E3-45D0-88B9-D262D432F8FC}" type="pres">
      <dgm:prSet presAssocID="{43B9AEAB-09C2-4218-9A4F-35FF96DCC42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me controller"/>
        </a:ext>
      </dgm:extLst>
    </dgm:pt>
    <dgm:pt modelId="{D01D30F4-7106-49F1-9EC1-755C72C89FD1}" type="pres">
      <dgm:prSet presAssocID="{43B9AEAB-09C2-4218-9A4F-35FF96DCC420}" presName="spaceRect" presStyleCnt="0"/>
      <dgm:spPr/>
    </dgm:pt>
    <dgm:pt modelId="{5819B288-079F-4354-8392-6F5C8D11F88D}" type="pres">
      <dgm:prSet presAssocID="{43B9AEAB-09C2-4218-9A4F-35FF96DCC420}" presName="textRect" presStyleLbl="revTx" presStyleIdx="2" presStyleCnt="5">
        <dgm:presLayoutVars>
          <dgm:chMax val="1"/>
          <dgm:chPref val="1"/>
        </dgm:presLayoutVars>
      </dgm:prSet>
      <dgm:spPr/>
    </dgm:pt>
    <dgm:pt modelId="{A90CB510-9AF7-4059-972C-009DBE424278}" type="pres">
      <dgm:prSet presAssocID="{35436DD9-93F1-4826-B782-3401F308218A}" presName="sibTrans" presStyleCnt="0"/>
      <dgm:spPr/>
    </dgm:pt>
    <dgm:pt modelId="{591CAB6D-A7A8-431E-A574-F18C29E701BC}" type="pres">
      <dgm:prSet presAssocID="{5D8C1C5B-C3E3-452D-A31D-EAB4670593FB}" presName="compNode" presStyleCnt="0"/>
      <dgm:spPr/>
    </dgm:pt>
    <dgm:pt modelId="{2A3E44BA-BA9A-4444-BA14-A50D1BFFACF4}" type="pres">
      <dgm:prSet presAssocID="{5D8C1C5B-C3E3-452D-A31D-EAB4670593FB}" presName="iconBgRect" presStyleLbl="bgShp" presStyleIdx="3" presStyleCnt="5"/>
      <dgm:spPr/>
    </dgm:pt>
    <dgm:pt modelId="{93C540A4-966E-45F2-AD58-EAA3FFF7A410}" type="pres">
      <dgm:prSet presAssocID="{5D8C1C5B-C3E3-452D-A31D-EAB4670593F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E15061BA-EC8B-4C4E-9E57-AC6DB4E766F5}" type="pres">
      <dgm:prSet presAssocID="{5D8C1C5B-C3E3-452D-A31D-EAB4670593FB}" presName="spaceRect" presStyleCnt="0"/>
      <dgm:spPr/>
    </dgm:pt>
    <dgm:pt modelId="{E55D96BB-CDD9-40DF-92C4-FB6868C73C2F}" type="pres">
      <dgm:prSet presAssocID="{5D8C1C5B-C3E3-452D-A31D-EAB4670593FB}" presName="textRect" presStyleLbl="revTx" presStyleIdx="3" presStyleCnt="5">
        <dgm:presLayoutVars>
          <dgm:chMax val="1"/>
          <dgm:chPref val="1"/>
        </dgm:presLayoutVars>
      </dgm:prSet>
      <dgm:spPr/>
    </dgm:pt>
    <dgm:pt modelId="{DCDE0C0B-FDBD-4F3E-8E7F-4234B4CED372}" type="pres">
      <dgm:prSet presAssocID="{73519009-FD51-4B7C-B585-2ED51D963D80}" presName="sibTrans" presStyleCnt="0"/>
      <dgm:spPr/>
    </dgm:pt>
    <dgm:pt modelId="{9CB58050-4B1B-47F4-AA48-46609259ABC2}" type="pres">
      <dgm:prSet presAssocID="{9CFE20E1-DC46-457B-B88F-FAA90310288E}" presName="compNode" presStyleCnt="0"/>
      <dgm:spPr/>
    </dgm:pt>
    <dgm:pt modelId="{E58F4B0C-F34A-4BA4-846B-21079FA2E130}" type="pres">
      <dgm:prSet presAssocID="{9CFE20E1-DC46-457B-B88F-FAA90310288E}" presName="iconBgRect" presStyleLbl="bgShp" presStyleIdx="4" presStyleCnt="5"/>
      <dgm:spPr/>
    </dgm:pt>
    <dgm:pt modelId="{100B115F-7304-448A-B622-04FB7FC8D96B}" type="pres">
      <dgm:prSet presAssocID="{9CFE20E1-DC46-457B-B88F-FAA90310288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298E8C99-84CD-4A4F-9976-90F1B6C95569}" type="pres">
      <dgm:prSet presAssocID="{9CFE20E1-DC46-457B-B88F-FAA90310288E}" presName="spaceRect" presStyleCnt="0"/>
      <dgm:spPr/>
    </dgm:pt>
    <dgm:pt modelId="{24335D3B-7FBC-40B1-91E1-7A52F2EE2DF3}" type="pres">
      <dgm:prSet presAssocID="{9CFE20E1-DC46-457B-B88F-FAA90310288E}" presName="textRect" presStyleLbl="revTx" presStyleIdx="4" presStyleCnt="5">
        <dgm:presLayoutVars>
          <dgm:chMax val="1"/>
          <dgm:chPref val="1"/>
        </dgm:presLayoutVars>
      </dgm:prSet>
      <dgm:spPr/>
    </dgm:pt>
  </dgm:ptLst>
  <dgm:cxnLst>
    <dgm:cxn modelId="{D3292D2C-4681-4F69-96E8-D5752269F6E9}" type="presOf" srcId="{43B9AEAB-09C2-4218-9A4F-35FF96DCC420}" destId="{5819B288-079F-4354-8392-6F5C8D11F88D}" srcOrd="0" destOrd="0" presId="urn:microsoft.com/office/officeart/2018/5/layout/IconCircleLabelList"/>
    <dgm:cxn modelId="{228D1578-BB72-48DC-87F4-12D3B0899AC3}" type="presOf" srcId="{44662AE7-A0D3-4425-8A87-37D72134E71B}" destId="{16FC81B3-00B6-40C2-8A10-DE90EC8DC320}" srcOrd="0" destOrd="0" presId="urn:microsoft.com/office/officeart/2018/5/layout/IconCircleLabelList"/>
    <dgm:cxn modelId="{75353882-D8E7-4476-9DF8-76A24A83F4C4}" type="presOf" srcId="{9CFE20E1-DC46-457B-B88F-FAA90310288E}" destId="{24335D3B-7FBC-40B1-91E1-7A52F2EE2DF3}" srcOrd="0" destOrd="0" presId="urn:microsoft.com/office/officeart/2018/5/layout/IconCircleLabelList"/>
    <dgm:cxn modelId="{C9823890-07FF-4BF1-BCD3-7F1D554D06D0}" srcId="{A7556815-93FD-427F-A576-F50F69CB7CB5}" destId="{5D8C1C5B-C3E3-452D-A31D-EAB4670593FB}" srcOrd="3" destOrd="0" parTransId="{362181F7-5584-425F-9627-492F159AED3D}" sibTransId="{73519009-FD51-4B7C-B585-2ED51D963D80}"/>
    <dgm:cxn modelId="{F616EDB6-24D3-44E5-AED8-9D386FE96FD2}" type="presOf" srcId="{5D8C1C5B-C3E3-452D-A31D-EAB4670593FB}" destId="{E55D96BB-CDD9-40DF-92C4-FB6868C73C2F}" srcOrd="0" destOrd="0" presId="urn:microsoft.com/office/officeart/2018/5/layout/IconCircleLabelList"/>
    <dgm:cxn modelId="{4D3419BE-A2BB-415B-A5C4-42B35B090110}" srcId="{A7556815-93FD-427F-A576-F50F69CB7CB5}" destId="{9CFE20E1-DC46-457B-B88F-FAA90310288E}" srcOrd="4" destOrd="0" parTransId="{17F58264-27C8-4D38-8362-B85A0933AA06}" sibTransId="{5C1E7D6A-A22A-4B1C-8602-8FFCF3491146}"/>
    <dgm:cxn modelId="{578FCFBE-8577-4283-8B91-A40425640DFA}" type="presOf" srcId="{6E3F388F-E371-4B45-BEA8-F3269AD71740}" destId="{96055CB5-A644-4906-BF5F-6530766578A9}" srcOrd="0" destOrd="0" presId="urn:microsoft.com/office/officeart/2018/5/layout/IconCircleLabelList"/>
    <dgm:cxn modelId="{91818ACA-9319-4A44-BA1A-1FCE62080035}" srcId="{A7556815-93FD-427F-A576-F50F69CB7CB5}" destId="{6E3F388F-E371-4B45-BEA8-F3269AD71740}" srcOrd="1" destOrd="0" parTransId="{2CB9CC6E-3759-405B-B180-B147005314B3}" sibTransId="{51B2E6B8-4C61-4B1A-B2E1-8DDB1AA44DC9}"/>
    <dgm:cxn modelId="{E93F93E2-3A7B-45AA-B3B8-70620454E162}" srcId="{A7556815-93FD-427F-A576-F50F69CB7CB5}" destId="{44662AE7-A0D3-4425-8A87-37D72134E71B}" srcOrd="0" destOrd="0" parTransId="{ED805D1D-67E9-4A2E-A4F7-24F322470B8F}" sibTransId="{8E012207-FB95-4D4F-B1A8-0BBA197BCB44}"/>
    <dgm:cxn modelId="{AC8213E3-886B-4FE3-A98A-9F0ED3C2A387}" srcId="{A7556815-93FD-427F-A576-F50F69CB7CB5}" destId="{43B9AEAB-09C2-4218-9A4F-35FF96DCC420}" srcOrd="2" destOrd="0" parTransId="{6C5A969B-7191-44AA-A984-67E5869C283B}" sibTransId="{35436DD9-93F1-4826-B782-3401F308218A}"/>
    <dgm:cxn modelId="{DE345FF2-AEE0-43C5-8806-8AE107240707}" type="presOf" srcId="{A7556815-93FD-427F-A576-F50F69CB7CB5}" destId="{44CC919C-D465-40F7-9AC7-05A5F6A493C3}" srcOrd="0" destOrd="0" presId="urn:microsoft.com/office/officeart/2018/5/layout/IconCircleLabelList"/>
    <dgm:cxn modelId="{49023426-F26F-432C-B7E3-4AB8BC9214D2}" type="presParOf" srcId="{44CC919C-D465-40F7-9AC7-05A5F6A493C3}" destId="{F7DA43D0-B9BD-4D7D-85B5-9E3633DC8C6E}" srcOrd="0" destOrd="0" presId="urn:microsoft.com/office/officeart/2018/5/layout/IconCircleLabelList"/>
    <dgm:cxn modelId="{0A0F1975-A811-4607-A496-22C36D5FFCD5}" type="presParOf" srcId="{F7DA43D0-B9BD-4D7D-85B5-9E3633DC8C6E}" destId="{499370FD-F06E-4134-8FC5-459FAA5F0DB0}" srcOrd="0" destOrd="0" presId="urn:microsoft.com/office/officeart/2018/5/layout/IconCircleLabelList"/>
    <dgm:cxn modelId="{71CF8FBA-F093-4FDE-ADCA-E972508E61B3}" type="presParOf" srcId="{F7DA43D0-B9BD-4D7D-85B5-9E3633DC8C6E}" destId="{88232C2E-0564-404B-8C72-44965D8C87BD}" srcOrd="1" destOrd="0" presId="urn:microsoft.com/office/officeart/2018/5/layout/IconCircleLabelList"/>
    <dgm:cxn modelId="{29070863-E32A-4B21-B608-165E0D39BDE2}" type="presParOf" srcId="{F7DA43D0-B9BD-4D7D-85B5-9E3633DC8C6E}" destId="{9B7D453F-D109-4FC0-99D9-1CDFE667AE2A}" srcOrd="2" destOrd="0" presId="urn:microsoft.com/office/officeart/2018/5/layout/IconCircleLabelList"/>
    <dgm:cxn modelId="{D63664C1-0490-45F6-BD95-CEFDD2AF269A}" type="presParOf" srcId="{F7DA43D0-B9BD-4D7D-85B5-9E3633DC8C6E}" destId="{16FC81B3-00B6-40C2-8A10-DE90EC8DC320}" srcOrd="3" destOrd="0" presId="urn:microsoft.com/office/officeart/2018/5/layout/IconCircleLabelList"/>
    <dgm:cxn modelId="{162BFEB8-1B2A-42A5-9517-8311646A73F1}" type="presParOf" srcId="{44CC919C-D465-40F7-9AC7-05A5F6A493C3}" destId="{2A0BF9F4-3025-440B-9696-BFC1F2BB9347}" srcOrd="1" destOrd="0" presId="urn:microsoft.com/office/officeart/2018/5/layout/IconCircleLabelList"/>
    <dgm:cxn modelId="{DA865DE1-A880-49D5-9A34-5C5AF231FEAE}" type="presParOf" srcId="{44CC919C-D465-40F7-9AC7-05A5F6A493C3}" destId="{F6C262DB-3D31-4808-A882-B6BEC279BE16}" srcOrd="2" destOrd="0" presId="urn:microsoft.com/office/officeart/2018/5/layout/IconCircleLabelList"/>
    <dgm:cxn modelId="{6882AEE8-3418-4621-B97F-AEDCAA300E0E}" type="presParOf" srcId="{F6C262DB-3D31-4808-A882-B6BEC279BE16}" destId="{40F62823-AA6D-4263-AA59-ACE68C942F40}" srcOrd="0" destOrd="0" presId="urn:microsoft.com/office/officeart/2018/5/layout/IconCircleLabelList"/>
    <dgm:cxn modelId="{580E6FB8-1523-460D-A3A4-1FBE6434D639}" type="presParOf" srcId="{F6C262DB-3D31-4808-A882-B6BEC279BE16}" destId="{AB655A34-A499-419E-A5D3-FB07F313FF53}" srcOrd="1" destOrd="0" presId="urn:microsoft.com/office/officeart/2018/5/layout/IconCircleLabelList"/>
    <dgm:cxn modelId="{7CC0A350-5B86-49C3-8ACC-A7E70283F4A1}" type="presParOf" srcId="{F6C262DB-3D31-4808-A882-B6BEC279BE16}" destId="{3EDA7A9D-4A56-4CC2-884D-72E1283E1420}" srcOrd="2" destOrd="0" presId="urn:microsoft.com/office/officeart/2018/5/layout/IconCircleLabelList"/>
    <dgm:cxn modelId="{574C81C2-C47B-4C49-AFFC-F826383FB28C}" type="presParOf" srcId="{F6C262DB-3D31-4808-A882-B6BEC279BE16}" destId="{96055CB5-A644-4906-BF5F-6530766578A9}" srcOrd="3" destOrd="0" presId="urn:microsoft.com/office/officeart/2018/5/layout/IconCircleLabelList"/>
    <dgm:cxn modelId="{9503B131-D046-4F09-9909-412E6F36648C}" type="presParOf" srcId="{44CC919C-D465-40F7-9AC7-05A5F6A493C3}" destId="{16D99381-E568-45C6-ADD5-F7533CC5C3C2}" srcOrd="3" destOrd="0" presId="urn:microsoft.com/office/officeart/2018/5/layout/IconCircleLabelList"/>
    <dgm:cxn modelId="{7516F127-65E4-4729-AB9D-38EB82B51D29}" type="presParOf" srcId="{44CC919C-D465-40F7-9AC7-05A5F6A493C3}" destId="{81813201-6CD8-4B62-95E8-4C55CC666FB1}" srcOrd="4" destOrd="0" presId="urn:microsoft.com/office/officeart/2018/5/layout/IconCircleLabelList"/>
    <dgm:cxn modelId="{0127DAC3-9B36-4212-B5EC-A401004E6D89}" type="presParOf" srcId="{81813201-6CD8-4B62-95E8-4C55CC666FB1}" destId="{C951DD91-260F-4746-B5F6-8B1307199879}" srcOrd="0" destOrd="0" presId="urn:microsoft.com/office/officeart/2018/5/layout/IconCircleLabelList"/>
    <dgm:cxn modelId="{90C40BD8-717C-47E9-A640-C34C8B792E75}" type="presParOf" srcId="{81813201-6CD8-4B62-95E8-4C55CC666FB1}" destId="{86A5BCCC-94E3-45D0-88B9-D262D432F8FC}" srcOrd="1" destOrd="0" presId="urn:microsoft.com/office/officeart/2018/5/layout/IconCircleLabelList"/>
    <dgm:cxn modelId="{6466F79A-ACEA-4D17-8778-DD55B2F5CA12}" type="presParOf" srcId="{81813201-6CD8-4B62-95E8-4C55CC666FB1}" destId="{D01D30F4-7106-49F1-9EC1-755C72C89FD1}" srcOrd="2" destOrd="0" presId="urn:microsoft.com/office/officeart/2018/5/layout/IconCircleLabelList"/>
    <dgm:cxn modelId="{BB42AC98-3F58-4C22-B898-1E16436AF8D5}" type="presParOf" srcId="{81813201-6CD8-4B62-95E8-4C55CC666FB1}" destId="{5819B288-079F-4354-8392-6F5C8D11F88D}" srcOrd="3" destOrd="0" presId="urn:microsoft.com/office/officeart/2018/5/layout/IconCircleLabelList"/>
    <dgm:cxn modelId="{B44280BB-9EFC-4B23-AE24-CB4D188AD21A}" type="presParOf" srcId="{44CC919C-D465-40F7-9AC7-05A5F6A493C3}" destId="{A90CB510-9AF7-4059-972C-009DBE424278}" srcOrd="5" destOrd="0" presId="urn:microsoft.com/office/officeart/2018/5/layout/IconCircleLabelList"/>
    <dgm:cxn modelId="{BDFFAE17-BB59-4B07-B909-C9F1D2D15FFB}" type="presParOf" srcId="{44CC919C-D465-40F7-9AC7-05A5F6A493C3}" destId="{591CAB6D-A7A8-431E-A574-F18C29E701BC}" srcOrd="6" destOrd="0" presId="urn:microsoft.com/office/officeart/2018/5/layout/IconCircleLabelList"/>
    <dgm:cxn modelId="{961099BF-9AA4-4D67-97CE-30B466DA3133}" type="presParOf" srcId="{591CAB6D-A7A8-431E-A574-F18C29E701BC}" destId="{2A3E44BA-BA9A-4444-BA14-A50D1BFFACF4}" srcOrd="0" destOrd="0" presId="urn:microsoft.com/office/officeart/2018/5/layout/IconCircleLabelList"/>
    <dgm:cxn modelId="{CBE717E8-BEB9-44CB-B2DC-6D78A35EF5E2}" type="presParOf" srcId="{591CAB6D-A7A8-431E-A574-F18C29E701BC}" destId="{93C540A4-966E-45F2-AD58-EAA3FFF7A410}" srcOrd="1" destOrd="0" presId="urn:microsoft.com/office/officeart/2018/5/layout/IconCircleLabelList"/>
    <dgm:cxn modelId="{20D8481D-60A2-4432-865A-DF05ED4C6458}" type="presParOf" srcId="{591CAB6D-A7A8-431E-A574-F18C29E701BC}" destId="{E15061BA-EC8B-4C4E-9E57-AC6DB4E766F5}" srcOrd="2" destOrd="0" presId="urn:microsoft.com/office/officeart/2018/5/layout/IconCircleLabelList"/>
    <dgm:cxn modelId="{20F19AB3-F6A1-42E2-8F4D-0985FF62B22B}" type="presParOf" srcId="{591CAB6D-A7A8-431E-A574-F18C29E701BC}" destId="{E55D96BB-CDD9-40DF-92C4-FB6868C73C2F}" srcOrd="3" destOrd="0" presId="urn:microsoft.com/office/officeart/2018/5/layout/IconCircleLabelList"/>
    <dgm:cxn modelId="{298A63C7-BF3F-43E6-BD30-54030471CF24}" type="presParOf" srcId="{44CC919C-D465-40F7-9AC7-05A5F6A493C3}" destId="{DCDE0C0B-FDBD-4F3E-8E7F-4234B4CED372}" srcOrd="7" destOrd="0" presId="urn:microsoft.com/office/officeart/2018/5/layout/IconCircleLabelList"/>
    <dgm:cxn modelId="{6682460C-FA28-475E-881E-4522A0A7E4F3}" type="presParOf" srcId="{44CC919C-D465-40F7-9AC7-05A5F6A493C3}" destId="{9CB58050-4B1B-47F4-AA48-46609259ABC2}" srcOrd="8" destOrd="0" presId="urn:microsoft.com/office/officeart/2018/5/layout/IconCircleLabelList"/>
    <dgm:cxn modelId="{43198C85-750D-43DC-81E2-27E5D03229B5}" type="presParOf" srcId="{9CB58050-4B1B-47F4-AA48-46609259ABC2}" destId="{E58F4B0C-F34A-4BA4-846B-21079FA2E130}" srcOrd="0" destOrd="0" presId="urn:microsoft.com/office/officeart/2018/5/layout/IconCircleLabelList"/>
    <dgm:cxn modelId="{509FBF96-9883-40FE-A388-9A729D2C978B}" type="presParOf" srcId="{9CB58050-4B1B-47F4-AA48-46609259ABC2}" destId="{100B115F-7304-448A-B622-04FB7FC8D96B}" srcOrd="1" destOrd="0" presId="urn:microsoft.com/office/officeart/2018/5/layout/IconCircleLabelList"/>
    <dgm:cxn modelId="{AC938C8C-C8FD-4341-8DE3-DEF1F0A06C8B}" type="presParOf" srcId="{9CB58050-4B1B-47F4-AA48-46609259ABC2}" destId="{298E8C99-84CD-4A4F-9976-90F1B6C95569}" srcOrd="2" destOrd="0" presId="urn:microsoft.com/office/officeart/2018/5/layout/IconCircleLabelList"/>
    <dgm:cxn modelId="{D76809DC-B578-4BCB-90D0-653E8B2FA4F8}" type="presParOf" srcId="{9CB58050-4B1B-47F4-AA48-46609259ABC2}" destId="{24335D3B-7FBC-40B1-91E1-7A52F2EE2DF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CD068E-EA9D-4902-A846-A3D1589ED78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67E6125-19CE-4B01-B486-CAC058A458E4}">
      <dgm:prSet/>
      <dgm:spPr/>
      <dgm:t>
        <a:bodyPr/>
        <a:lstStyle/>
        <a:p>
          <a:r>
            <a:rPr lang="en-US" b="0" i="0"/>
            <a:t>A single-player 2D puzzle game built in Unity.</a:t>
          </a:r>
          <a:endParaRPr lang="en-US"/>
        </a:p>
      </dgm:t>
    </dgm:pt>
    <dgm:pt modelId="{2333036F-63DD-4A23-A5DB-F206558800B7}" type="parTrans" cxnId="{259DA5F9-E39B-4D98-B44B-8E8E86C9803A}">
      <dgm:prSet/>
      <dgm:spPr/>
      <dgm:t>
        <a:bodyPr/>
        <a:lstStyle/>
        <a:p>
          <a:endParaRPr lang="en-US"/>
        </a:p>
      </dgm:t>
    </dgm:pt>
    <dgm:pt modelId="{AFB4494F-CB90-41C9-9E31-91FB797D5E46}" type="sibTrans" cxnId="{259DA5F9-E39B-4D98-B44B-8E8E86C9803A}">
      <dgm:prSet/>
      <dgm:spPr/>
      <dgm:t>
        <a:bodyPr/>
        <a:lstStyle/>
        <a:p>
          <a:endParaRPr lang="en-US"/>
        </a:p>
      </dgm:t>
    </dgm:pt>
    <dgm:pt modelId="{72D3D6D9-375D-4F6C-BAB8-ED9B24BFC6AC}">
      <dgm:prSet/>
      <dgm:spPr/>
      <dgm:t>
        <a:bodyPr/>
        <a:lstStyle/>
        <a:p>
          <a:r>
            <a:rPr lang="en-US" b="0" i="0"/>
            <a:t>Players solve cryptographic challenges by decrypting messages using discovered tools.</a:t>
          </a:r>
          <a:endParaRPr lang="en-US"/>
        </a:p>
      </dgm:t>
    </dgm:pt>
    <dgm:pt modelId="{4B33C42E-A871-4DD1-AAE3-2210C501EB67}" type="parTrans" cxnId="{C80F891E-BFAF-43F0-AA1D-79FDF5195651}">
      <dgm:prSet/>
      <dgm:spPr/>
      <dgm:t>
        <a:bodyPr/>
        <a:lstStyle/>
        <a:p>
          <a:endParaRPr lang="en-US"/>
        </a:p>
      </dgm:t>
    </dgm:pt>
    <dgm:pt modelId="{AC0556DD-9C16-4044-BBB8-3FC56A6A9A19}" type="sibTrans" cxnId="{C80F891E-BFAF-43F0-AA1D-79FDF5195651}">
      <dgm:prSet/>
      <dgm:spPr/>
      <dgm:t>
        <a:bodyPr/>
        <a:lstStyle/>
        <a:p>
          <a:endParaRPr lang="en-US"/>
        </a:p>
      </dgm:t>
    </dgm:pt>
    <dgm:pt modelId="{6542457C-C409-4221-940E-4F7F8AB2F099}">
      <dgm:prSet/>
      <dgm:spPr/>
      <dgm:t>
        <a:bodyPr/>
        <a:lstStyle/>
        <a:p>
          <a:r>
            <a:rPr lang="en-US" b="0" i="0"/>
            <a:t>Each room represents a new level with increasing difficulty.</a:t>
          </a:r>
          <a:endParaRPr lang="en-US"/>
        </a:p>
      </dgm:t>
    </dgm:pt>
    <dgm:pt modelId="{D6A925F0-690D-43A7-BFEF-4C74E430C2DB}" type="parTrans" cxnId="{6354633E-42F9-42A8-BD9F-2C920F262E3D}">
      <dgm:prSet/>
      <dgm:spPr/>
      <dgm:t>
        <a:bodyPr/>
        <a:lstStyle/>
        <a:p>
          <a:endParaRPr lang="en-US"/>
        </a:p>
      </dgm:t>
    </dgm:pt>
    <dgm:pt modelId="{5E1BAB10-8A97-4352-8F80-8B9DD91B4B78}" type="sibTrans" cxnId="{6354633E-42F9-42A8-BD9F-2C920F262E3D}">
      <dgm:prSet/>
      <dgm:spPr/>
      <dgm:t>
        <a:bodyPr/>
        <a:lstStyle/>
        <a:p>
          <a:endParaRPr lang="en-US"/>
        </a:p>
      </dgm:t>
    </dgm:pt>
    <dgm:pt modelId="{1E263D82-F822-4335-94DE-3CDF0854AC4C}">
      <dgm:prSet/>
      <dgm:spPr/>
      <dgm:t>
        <a:bodyPr/>
        <a:lstStyle/>
        <a:p>
          <a:r>
            <a:rPr lang="en-US" b="0" i="0"/>
            <a:t>Players store and manage encrypted texts in an interactive inventory.</a:t>
          </a:r>
          <a:endParaRPr lang="en-US"/>
        </a:p>
      </dgm:t>
    </dgm:pt>
    <dgm:pt modelId="{8938B3D6-3E85-48E0-A2DD-38E7B3556800}" type="parTrans" cxnId="{0B1301D7-7F8B-4C63-A603-35A9E297EE34}">
      <dgm:prSet/>
      <dgm:spPr/>
      <dgm:t>
        <a:bodyPr/>
        <a:lstStyle/>
        <a:p>
          <a:endParaRPr lang="en-US"/>
        </a:p>
      </dgm:t>
    </dgm:pt>
    <dgm:pt modelId="{7E73484E-6F29-4896-946C-D9B7A78537C1}" type="sibTrans" cxnId="{0B1301D7-7F8B-4C63-A603-35A9E297EE34}">
      <dgm:prSet/>
      <dgm:spPr/>
      <dgm:t>
        <a:bodyPr/>
        <a:lstStyle/>
        <a:p>
          <a:endParaRPr lang="en-US"/>
        </a:p>
      </dgm:t>
    </dgm:pt>
    <dgm:pt modelId="{0157E0F3-027A-4818-B071-FCCD5EA23A2B}" type="pres">
      <dgm:prSet presAssocID="{90CD068E-EA9D-4902-A846-A3D1589ED781}" presName="linear" presStyleCnt="0">
        <dgm:presLayoutVars>
          <dgm:animLvl val="lvl"/>
          <dgm:resizeHandles val="exact"/>
        </dgm:presLayoutVars>
      </dgm:prSet>
      <dgm:spPr/>
    </dgm:pt>
    <dgm:pt modelId="{17D13DF3-AEF6-43AC-A769-6D52D9818F1E}" type="pres">
      <dgm:prSet presAssocID="{167E6125-19CE-4B01-B486-CAC058A458E4}" presName="parentText" presStyleLbl="node1" presStyleIdx="0" presStyleCnt="4">
        <dgm:presLayoutVars>
          <dgm:chMax val="0"/>
          <dgm:bulletEnabled val="1"/>
        </dgm:presLayoutVars>
      </dgm:prSet>
      <dgm:spPr/>
    </dgm:pt>
    <dgm:pt modelId="{385FE08B-0EDD-4EF1-9852-5D7384A96A86}" type="pres">
      <dgm:prSet presAssocID="{AFB4494F-CB90-41C9-9E31-91FB797D5E46}" presName="spacer" presStyleCnt="0"/>
      <dgm:spPr/>
    </dgm:pt>
    <dgm:pt modelId="{5922FBAC-35BF-4C09-A9D4-45A58AE77E6D}" type="pres">
      <dgm:prSet presAssocID="{72D3D6D9-375D-4F6C-BAB8-ED9B24BFC6AC}" presName="parentText" presStyleLbl="node1" presStyleIdx="1" presStyleCnt="4">
        <dgm:presLayoutVars>
          <dgm:chMax val="0"/>
          <dgm:bulletEnabled val="1"/>
        </dgm:presLayoutVars>
      </dgm:prSet>
      <dgm:spPr/>
    </dgm:pt>
    <dgm:pt modelId="{BCFB0236-F501-4AAA-9AA0-6A86406552FE}" type="pres">
      <dgm:prSet presAssocID="{AC0556DD-9C16-4044-BBB8-3FC56A6A9A19}" presName="spacer" presStyleCnt="0"/>
      <dgm:spPr/>
    </dgm:pt>
    <dgm:pt modelId="{4D65D357-88D2-4F64-8183-72DCCC822EE8}" type="pres">
      <dgm:prSet presAssocID="{6542457C-C409-4221-940E-4F7F8AB2F099}" presName="parentText" presStyleLbl="node1" presStyleIdx="2" presStyleCnt="4">
        <dgm:presLayoutVars>
          <dgm:chMax val="0"/>
          <dgm:bulletEnabled val="1"/>
        </dgm:presLayoutVars>
      </dgm:prSet>
      <dgm:spPr/>
    </dgm:pt>
    <dgm:pt modelId="{ABFEBC95-3DB5-46EF-8470-D5428EA5DE00}" type="pres">
      <dgm:prSet presAssocID="{5E1BAB10-8A97-4352-8F80-8B9DD91B4B78}" presName="spacer" presStyleCnt="0"/>
      <dgm:spPr/>
    </dgm:pt>
    <dgm:pt modelId="{083B29B3-B6F4-48FA-B933-17A2FF9BDCDE}" type="pres">
      <dgm:prSet presAssocID="{1E263D82-F822-4335-94DE-3CDF0854AC4C}" presName="parentText" presStyleLbl="node1" presStyleIdx="3" presStyleCnt="4">
        <dgm:presLayoutVars>
          <dgm:chMax val="0"/>
          <dgm:bulletEnabled val="1"/>
        </dgm:presLayoutVars>
      </dgm:prSet>
      <dgm:spPr/>
    </dgm:pt>
  </dgm:ptLst>
  <dgm:cxnLst>
    <dgm:cxn modelId="{C80F891E-BFAF-43F0-AA1D-79FDF5195651}" srcId="{90CD068E-EA9D-4902-A846-A3D1589ED781}" destId="{72D3D6D9-375D-4F6C-BAB8-ED9B24BFC6AC}" srcOrd="1" destOrd="0" parTransId="{4B33C42E-A871-4DD1-AAE3-2210C501EB67}" sibTransId="{AC0556DD-9C16-4044-BBB8-3FC56A6A9A19}"/>
    <dgm:cxn modelId="{6354633E-42F9-42A8-BD9F-2C920F262E3D}" srcId="{90CD068E-EA9D-4902-A846-A3D1589ED781}" destId="{6542457C-C409-4221-940E-4F7F8AB2F099}" srcOrd="2" destOrd="0" parTransId="{D6A925F0-690D-43A7-BFEF-4C74E430C2DB}" sibTransId="{5E1BAB10-8A97-4352-8F80-8B9DD91B4B78}"/>
    <dgm:cxn modelId="{75BDB358-8E42-4DDA-810E-9D97FC9EE98C}" type="presOf" srcId="{6542457C-C409-4221-940E-4F7F8AB2F099}" destId="{4D65D357-88D2-4F64-8183-72DCCC822EE8}" srcOrd="0" destOrd="0" presId="urn:microsoft.com/office/officeart/2005/8/layout/vList2"/>
    <dgm:cxn modelId="{92CDC080-3BAE-499F-8AB2-15F36AC2EFC4}" type="presOf" srcId="{90CD068E-EA9D-4902-A846-A3D1589ED781}" destId="{0157E0F3-027A-4818-B071-FCCD5EA23A2B}" srcOrd="0" destOrd="0" presId="urn:microsoft.com/office/officeart/2005/8/layout/vList2"/>
    <dgm:cxn modelId="{FBAC1785-9A41-4C85-9FA5-834DAA52AA32}" type="presOf" srcId="{72D3D6D9-375D-4F6C-BAB8-ED9B24BFC6AC}" destId="{5922FBAC-35BF-4C09-A9D4-45A58AE77E6D}" srcOrd="0" destOrd="0" presId="urn:microsoft.com/office/officeart/2005/8/layout/vList2"/>
    <dgm:cxn modelId="{3AB94EC3-314F-4949-B411-6EB2AAC6DCF3}" type="presOf" srcId="{167E6125-19CE-4B01-B486-CAC058A458E4}" destId="{17D13DF3-AEF6-43AC-A769-6D52D9818F1E}" srcOrd="0" destOrd="0" presId="urn:microsoft.com/office/officeart/2005/8/layout/vList2"/>
    <dgm:cxn modelId="{0B1301D7-7F8B-4C63-A603-35A9E297EE34}" srcId="{90CD068E-EA9D-4902-A846-A3D1589ED781}" destId="{1E263D82-F822-4335-94DE-3CDF0854AC4C}" srcOrd="3" destOrd="0" parTransId="{8938B3D6-3E85-48E0-A2DD-38E7B3556800}" sibTransId="{7E73484E-6F29-4896-946C-D9B7A78537C1}"/>
    <dgm:cxn modelId="{259DA5F9-E39B-4D98-B44B-8E8E86C9803A}" srcId="{90CD068E-EA9D-4902-A846-A3D1589ED781}" destId="{167E6125-19CE-4B01-B486-CAC058A458E4}" srcOrd="0" destOrd="0" parTransId="{2333036F-63DD-4A23-A5DB-F206558800B7}" sibTransId="{AFB4494F-CB90-41C9-9E31-91FB797D5E46}"/>
    <dgm:cxn modelId="{341573FF-F9CB-4D2A-AC04-A14892DF3409}" type="presOf" srcId="{1E263D82-F822-4335-94DE-3CDF0854AC4C}" destId="{083B29B3-B6F4-48FA-B933-17A2FF9BDCDE}" srcOrd="0" destOrd="0" presId="urn:microsoft.com/office/officeart/2005/8/layout/vList2"/>
    <dgm:cxn modelId="{739F4950-FAA6-40E2-9F9B-A89C51EE7DE5}" type="presParOf" srcId="{0157E0F3-027A-4818-B071-FCCD5EA23A2B}" destId="{17D13DF3-AEF6-43AC-A769-6D52D9818F1E}" srcOrd="0" destOrd="0" presId="urn:microsoft.com/office/officeart/2005/8/layout/vList2"/>
    <dgm:cxn modelId="{9E6013DF-36AB-40DA-B989-C4CD7CB43C47}" type="presParOf" srcId="{0157E0F3-027A-4818-B071-FCCD5EA23A2B}" destId="{385FE08B-0EDD-4EF1-9852-5D7384A96A86}" srcOrd="1" destOrd="0" presId="urn:microsoft.com/office/officeart/2005/8/layout/vList2"/>
    <dgm:cxn modelId="{0E5EFBE1-2394-42F1-9F97-2DCD8F023297}" type="presParOf" srcId="{0157E0F3-027A-4818-B071-FCCD5EA23A2B}" destId="{5922FBAC-35BF-4C09-A9D4-45A58AE77E6D}" srcOrd="2" destOrd="0" presId="urn:microsoft.com/office/officeart/2005/8/layout/vList2"/>
    <dgm:cxn modelId="{7ACA562E-248F-4AF8-A703-06777AEC252E}" type="presParOf" srcId="{0157E0F3-027A-4818-B071-FCCD5EA23A2B}" destId="{BCFB0236-F501-4AAA-9AA0-6A86406552FE}" srcOrd="3" destOrd="0" presId="urn:microsoft.com/office/officeart/2005/8/layout/vList2"/>
    <dgm:cxn modelId="{35EDC7B4-3BE9-4019-A6AF-4D100CE73D85}" type="presParOf" srcId="{0157E0F3-027A-4818-B071-FCCD5EA23A2B}" destId="{4D65D357-88D2-4F64-8183-72DCCC822EE8}" srcOrd="4" destOrd="0" presId="urn:microsoft.com/office/officeart/2005/8/layout/vList2"/>
    <dgm:cxn modelId="{433F252E-6193-4A79-ADF9-37F26DD6EE0B}" type="presParOf" srcId="{0157E0F3-027A-4818-B071-FCCD5EA23A2B}" destId="{ABFEBC95-3DB5-46EF-8470-D5428EA5DE00}" srcOrd="5" destOrd="0" presId="urn:microsoft.com/office/officeart/2005/8/layout/vList2"/>
    <dgm:cxn modelId="{C3E88A5A-EC3E-42F9-9751-BD5F48980DC2}" type="presParOf" srcId="{0157E0F3-027A-4818-B071-FCCD5EA23A2B}" destId="{083B29B3-B6F4-48FA-B933-17A2FF9BDCD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CF9319-65B7-4F5E-A4D1-5E5009EB23C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B23A050-3EC2-4772-97BB-F2B1FFE081C9}">
      <dgm:prSet/>
      <dgm:spPr/>
      <dgm:t>
        <a:bodyPr/>
        <a:lstStyle/>
        <a:p>
          <a:r>
            <a:rPr lang="en-US" b="0" i="0"/>
            <a:t>Built in Unity using C# scripting.</a:t>
          </a:r>
          <a:endParaRPr lang="en-US"/>
        </a:p>
      </dgm:t>
    </dgm:pt>
    <dgm:pt modelId="{17E73D2B-AF12-462E-8CEE-14C31B0FF9C7}" type="parTrans" cxnId="{63C7B666-E5AA-483D-ACD2-CC1EF9C14AF0}">
      <dgm:prSet/>
      <dgm:spPr/>
      <dgm:t>
        <a:bodyPr/>
        <a:lstStyle/>
        <a:p>
          <a:endParaRPr lang="en-US"/>
        </a:p>
      </dgm:t>
    </dgm:pt>
    <dgm:pt modelId="{E894BE10-A817-4C46-A7E3-339B5F0B453C}" type="sibTrans" cxnId="{63C7B666-E5AA-483D-ACD2-CC1EF9C14AF0}">
      <dgm:prSet/>
      <dgm:spPr/>
      <dgm:t>
        <a:bodyPr/>
        <a:lstStyle/>
        <a:p>
          <a:endParaRPr lang="en-US"/>
        </a:p>
      </dgm:t>
    </dgm:pt>
    <dgm:pt modelId="{E6A800E7-B5DA-4B42-AAD0-B89D23AABA70}">
      <dgm:prSet/>
      <dgm:spPr/>
      <dgm:t>
        <a:bodyPr/>
        <a:lstStyle/>
        <a:p>
          <a:r>
            <a:rPr lang="en-US" b="0" i="0"/>
            <a:t>Game Architecture:</a:t>
          </a:r>
          <a:endParaRPr lang="en-US"/>
        </a:p>
      </dgm:t>
    </dgm:pt>
    <dgm:pt modelId="{83AF471F-69E5-4117-B8FA-70E545C78B9D}" type="parTrans" cxnId="{EB0CDE0A-696A-4973-89ED-D84E6A7404F6}">
      <dgm:prSet/>
      <dgm:spPr/>
      <dgm:t>
        <a:bodyPr/>
        <a:lstStyle/>
        <a:p>
          <a:endParaRPr lang="en-US"/>
        </a:p>
      </dgm:t>
    </dgm:pt>
    <dgm:pt modelId="{505A9B6B-D632-4539-BD7F-F3338A83DFA9}" type="sibTrans" cxnId="{EB0CDE0A-696A-4973-89ED-D84E6A7404F6}">
      <dgm:prSet/>
      <dgm:spPr/>
      <dgm:t>
        <a:bodyPr/>
        <a:lstStyle/>
        <a:p>
          <a:endParaRPr lang="en-US"/>
        </a:p>
      </dgm:t>
    </dgm:pt>
    <dgm:pt modelId="{E8D7BF73-DA6B-4D3F-82BB-E49D5132D16A}">
      <dgm:prSet/>
      <dgm:spPr/>
      <dgm:t>
        <a:bodyPr/>
        <a:lstStyle/>
        <a:p>
          <a:r>
            <a:rPr lang="en-US" b="0" i="0"/>
            <a:t>- Presentation Layer: UI, Inventory, Puzzle Interface.</a:t>
          </a:r>
          <a:endParaRPr lang="en-US"/>
        </a:p>
      </dgm:t>
    </dgm:pt>
    <dgm:pt modelId="{5002B46D-A54F-4E61-80B2-F91EF95F18E1}" type="parTrans" cxnId="{1304C1D9-1B89-4700-B555-82B6C0549FAC}">
      <dgm:prSet/>
      <dgm:spPr/>
      <dgm:t>
        <a:bodyPr/>
        <a:lstStyle/>
        <a:p>
          <a:endParaRPr lang="en-US"/>
        </a:p>
      </dgm:t>
    </dgm:pt>
    <dgm:pt modelId="{AD486F75-F370-4B80-87F8-004AF9335C0B}" type="sibTrans" cxnId="{1304C1D9-1B89-4700-B555-82B6C0549FAC}">
      <dgm:prSet/>
      <dgm:spPr/>
      <dgm:t>
        <a:bodyPr/>
        <a:lstStyle/>
        <a:p>
          <a:endParaRPr lang="en-US"/>
        </a:p>
      </dgm:t>
    </dgm:pt>
    <dgm:pt modelId="{F66EC57B-C533-4024-B6F6-5A050E48950A}">
      <dgm:prSet/>
      <dgm:spPr/>
      <dgm:t>
        <a:bodyPr/>
        <a:lstStyle/>
        <a:p>
          <a:r>
            <a:rPr lang="en-US" b="0" i="0"/>
            <a:t>- Game Logic Layer: Game Manager, Room Manager, Puzzle System.</a:t>
          </a:r>
          <a:endParaRPr lang="en-US"/>
        </a:p>
      </dgm:t>
    </dgm:pt>
    <dgm:pt modelId="{09D4618F-98D8-46DE-9F52-7E25157EFC44}" type="parTrans" cxnId="{C3C83A6C-8C56-4376-81D0-6CD3806F1657}">
      <dgm:prSet/>
      <dgm:spPr/>
      <dgm:t>
        <a:bodyPr/>
        <a:lstStyle/>
        <a:p>
          <a:endParaRPr lang="en-US"/>
        </a:p>
      </dgm:t>
    </dgm:pt>
    <dgm:pt modelId="{9A129E8A-750A-4356-AAD8-0A528FFA5976}" type="sibTrans" cxnId="{C3C83A6C-8C56-4376-81D0-6CD3806F1657}">
      <dgm:prSet/>
      <dgm:spPr/>
      <dgm:t>
        <a:bodyPr/>
        <a:lstStyle/>
        <a:p>
          <a:endParaRPr lang="en-US"/>
        </a:p>
      </dgm:t>
    </dgm:pt>
    <dgm:pt modelId="{E7F020BB-CC1F-4A7A-85EB-743DE0119A78}">
      <dgm:prSet/>
      <dgm:spPr/>
      <dgm:t>
        <a:bodyPr/>
        <a:lstStyle/>
        <a:p>
          <a:r>
            <a:rPr lang="en-US" b="0" i="0"/>
            <a:t>- Data Management Layer: Save System, Local Storage.</a:t>
          </a:r>
          <a:endParaRPr lang="en-US"/>
        </a:p>
      </dgm:t>
    </dgm:pt>
    <dgm:pt modelId="{3DD3C2E2-789E-44E7-9178-18FED4F9107E}" type="parTrans" cxnId="{E49B6AE9-7991-4D17-AFD7-EFF800AB9CF1}">
      <dgm:prSet/>
      <dgm:spPr/>
      <dgm:t>
        <a:bodyPr/>
        <a:lstStyle/>
        <a:p>
          <a:endParaRPr lang="en-US"/>
        </a:p>
      </dgm:t>
    </dgm:pt>
    <dgm:pt modelId="{E5028922-776C-4EE9-A22A-9EDDA70B628E}" type="sibTrans" cxnId="{E49B6AE9-7991-4D17-AFD7-EFF800AB9CF1}">
      <dgm:prSet/>
      <dgm:spPr/>
      <dgm:t>
        <a:bodyPr/>
        <a:lstStyle/>
        <a:p>
          <a:endParaRPr lang="en-US"/>
        </a:p>
      </dgm:t>
    </dgm:pt>
    <dgm:pt modelId="{93962AFB-A815-40C2-B043-FD65002BB7C3}">
      <dgm:prSet/>
      <dgm:spPr/>
      <dgm:t>
        <a:bodyPr/>
        <a:lstStyle/>
        <a:p>
          <a:r>
            <a:rPr lang="en-US" b="0" i="0"/>
            <a:t>Game Data Storage: Uses local file-based storage (JSON/Game Cache).</a:t>
          </a:r>
          <a:endParaRPr lang="en-US"/>
        </a:p>
      </dgm:t>
    </dgm:pt>
    <dgm:pt modelId="{F2D100BD-D0BE-43AC-837B-536DB2DF52FD}" type="parTrans" cxnId="{F0F2A39B-1116-4BDD-BD0D-0CFA92A45152}">
      <dgm:prSet/>
      <dgm:spPr/>
      <dgm:t>
        <a:bodyPr/>
        <a:lstStyle/>
        <a:p>
          <a:endParaRPr lang="en-US"/>
        </a:p>
      </dgm:t>
    </dgm:pt>
    <dgm:pt modelId="{EEA1B2CF-02F1-455C-9ED3-7228F3E4CC94}" type="sibTrans" cxnId="{F0F2A39B-1116-4BDD-BD0D-0CFA92A45152}">
      <dgm:prSet/>
      <dgm:spPr/>
      <dgm:t>
        <a:bodyPr/>
        <a:lstStyle/>
        <a:p>
          <a:endParaRPr lang="en-US"/>
        </a:p>
      </dgm:t>
    </dgm:pt>
    <dgm:pt modelId="{6C93A6AA-3608-44B2-AA01-B4FB26ED26E2}" type="pres">
      <dgm:prSet presAssocID="{01CF9319-65B7-4F5E-A4D1-5E5009EB23C5}" presName="root" presStyleCnt="0">
        <dgm:presLayoutVars>
          <dgm:dir/>
          <dgm:resizeHandles val="exact"/>
        </dgm:presLayoutVars>
      </dgm:prSet>
      <dgm:spPr/>
    </dgm:pt>
    <dgm:pt modelId="{4AE4AB0B-0582-4CF8-A364-B5CE9389D973}" type="pres">
      <dgm:prSet presAssocID="{01CF9319-65B7-4F5E-A4D1-5E5009EB23C5}" presName="container" presStyleCnt="0">
        <dgm:presLayoutVars>
          <dgm:dir/>
          <dgm:resizeHandles val="exact"/>
        </dgm:presLayoutVars>
      </dgm:prSet>
      <dgm:spPr/>
    </dgm:pt>
    <dgm:pt modelId="{F86E8698-01C4-4C7F-8174-1D5CBFFD80AB}" type="pres">
      <dgm:prSet presAssocID="{8B23A050-3EC2-4772-97BB-F2B1FFE081C9}" presName="compNode" presStyleCnt="0"/>
      <dgm:spPr/>
    </dgm:pt>
    <dgm:pt modelId="{444CE954-72C4-46F6-A01E-CF7EFBA97CEC}" type="pres">
      <dgm:prSet presAssocID="{8B23A050-3EC2-4772-97BB-F2B1FFE081C9}" presName="iconBgRect" presStyleLbl="bgShp" presStyleIdx="0" presStyleCnt="6"/>
      <dgm:spPr/>
    </dgm:pt>
    <dgm:pt modelId="{D66948F7-405D-4182-8954-FEB1DC02FD34}" type="pres">
      <dgm:prSet presAssocID="{8B23A050-3EC2-4772-97BB-F2B1FFE081C9}"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ular Flowchart"/>
        </a:ext>
      </dgm:extLst>
    </dgm:pt>
    <dgm:pt modelId="{76400914-DB7C-4558-B385-A7FFC7D42E5F}" type="pres">
      <dgm:prSet presAssocID="{8B23A050-3EC2-4772-97BB-F2B1FFE081C9}" presName="spaceRect" presStyleCnt="0"/>
      <dgm:spPr/>
    </dgm:pt>
    <dgm:pt modelId="{D6C005E5-E0C4-4CEE-AEE5-3CF029098B5D}" type="pres">
      <dgm:prSet presAssocID="{8B23A050-3EC2-4772-97BB-F2B1FFE081C9}" presName="textRect" presStyleLbl="revTx" presStyleIdx="0" presStyleCnt="6">
        <dgm:presLayoutVars>
          <dgm:chMax val="1"/>
          <dgm:chPref val="1"/>
        </dgm:presLayoutVars>
      </dgm:prSet>
      <dgm:spPr/>
    </dgm:pt>
    <dgm:pt modelId="{BDD2E4E7-1BE7-42CB-8182-E7B994784D22}" type="pres">
      <dgm:prSet presAssocID="{E894BE10-A817-4C46-A7E3-339B5F0B453C}" presName="sibTrans" presStyleLbl="sibTrans2D1" presStyleIdx="0" presStyleCnt="0"/>
      <dgm:spPr/>
    </dgm:pt>
    <dgm:pt modelId="{237463C4-B37A-4141-9E9A-9BE5422040BB}" type="pres">
      <dgm:prSet presAssocID="{E6A800E7-B5DA-4B42-AAD0-B89D23AABA70}" presName="compNode" presStyleCnt="0"/>
      <dgm:spPr/>
    </dgm:pt>
    <dgm:pt modelId="{A315B298-B4F5-4A58-A583-2E3A1C05BBE7}" type="pres">
      <dgm:prSet presAssocID="{E6A800E7-B5DA-4B42-AAD0-B89D23AABA70}" presName="iconBgRect" presStyleLbl="bgShp" presStyleIdx="1" presStyleCnt="6"/>
      <dgm:spPr/>
    </dgm:pt>
    <dgm:pt modelId="{A2962F12-8C38-48BD-B7B9-4519983D6A75}" type="pres">
      <dgm:prSet presAssocID="{E6A800E7-B5DA-4B42-AAD0-B89D23AABA7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DB511E51-0DB2-4141-987F-132824728CA1}" type="pres">
      <dgm:prSet presAssocID="{E6A800E7-B5DA-4B42-AAD0-B89D23AABA70}" presName="spaceRect" presStyleCnt="0"/>
      <dgm:spPr/>
    </dgm:pt>
    <dgm:pt modelId="{5BEBE39E-5C0C-42DC-B3B4-31835FB0F93A}" type="pres">
      <dgm:prSet presAssocID="{E6A800E7-B5DA-4B42-AAD0-B89D23AABA70}" presName="textRect" presStyleLbl="revTx" presStyleIdx="1" presStyleCnt="6">
        <dgm:presLayoutVars>
          <dgm:chMax val="1"/>
          <dgm:chPref val="1"/>
        </dgm:presLayoutVars>
      </dgm:prSet>
      <dgm:spPr/>
    </dgm:pt>
    <dgm:pt modelId="{F7A32CA2-3353-4D27-A005-99EABD377608}" type="pres">
      <dgm:prSet presAssocID="{505A9B6B-D632-4539-BD7F-F3338A83DFA9}" presName="sibTrans" presStyleLbl="sibTrans2D1" presStyleIdx="0" presStyleCnt="0"/>
      <dgm:spPr/>
    </dgm:pt>
    <dgm:pt modelId="{C4350436-B4E7-4E37-8451-7F3555D4F728}" type="pres">
      <dgm:prSet presAssocID="{E8D7BF73-DA6B-4D3F-82BB-E49D5132D16A}" presName="compNode" presStyleCnt="0"/>
      <dgm:spPr/>
    </dgm:pt>
    <dgm:pt modelId="{53F9EEFF-8C6D-4542-97F9-10AA4C483E8D}" type="pres">
      <dgm:prSet presAssocID="{E8D7BF73-DA6B-4D3F-82BB-E49D5132D16A}" presName="iconBgRect" presStyleLbl="bgShp" presStyleIdx="2" presStyleCnt="6"/>
      <dgm:spPr/>
    </dgm:pt>
    <dgm:pt modelId="{2BD6B485-5DFF-4C50-8480-795816462C89}" type="pres">
      <dgm:prSet presAssocID="{E8D7BF73-DA6B-4D3F-82BB-E49D5132D16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9122E516-BC81-45F6-B1AC-FA1E97E1F563}" type="pres">
      <dgm:prSet presAssocID="{E8D7BF73-DA6B-4D3F-82BB-E49D5132D16A}" presName="spaceRect" presStyleCnt="0"/>
      <dgm:spPr/>
    </dgm:pt>
    <dgm:pt modelId="{778CE17F-AA24-4D03-8044-0379179DC9B3}" type="pres">
      <dgm:prSet presAssocID="{E8D7BF73-DA6B-4D3F-82BB-E49D5132D16A}" presName="textRect" presStyleLbl="revTx" presStyleIdx="2" presStyleCnt="6">
        <dgm:presLayoutVars>
          <dgm:chMax val="1"/>
          <dgm:chPref val="1"/>
        </dgm:presLayoutVars>
      </dgm:prSet>
      <dgm:spPr/>
    </dgm:pt>
    <dgm:pt modelId="{27D5B49F-7D76-4C35-965C-DC28D885006C}" type="pres">
      <dgm:prSet presAssocID="{AD486F75-F370-4B80-87F8-004AF9335C0B}" presName="sibTrans" presStyleLbl="sibTrans2D1" presStyleIdx="0" presStyleCnt="0"/>
      <dgm:spPr/>
    </dgm:pt>
    <dgm:pt modelId="{7BB00B4E-6E7E-4FF1-AA72-6EE95651AA63}" type="pres">
      <dgm:prSet presAssocID="{F66EC57B-C533-4024-B6F6-5A050E48950A}" presName="compNode" presStyleCnt="0"/>
      <dgm:spPr/>
    </dgm:pt>
    <dgm:pt modelId="{02F40DD8-451C-438E-B9ED-F7F3C7E8BCCE}" type="pres">
      <dgm:prSet presAssocID="{F66EC57B-C533-4024-B6F6-5A050E48950A}" presName="iconBgRect" presStyleLbl="bgShp" presStyleIdx="3" presStyleCnt="6"/>
      <dgm:spPr/>
    </dgm:pt>
    <dgm:pt modelId="{8CD65D92-80A5-4305-AF35-200E08A84C03}" type="pres">
      <dgm:prSet presAssocID="{F66EC57B-C533-4024-B6F6-5A050E48950A}"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uzzle"/>
        </a:ext>
      </dgm:extLst>
    </dgm:pt>
    <dgm:pt modelId="{1AA30856-AD03-4CF0-9D18-E5C294559A54}" type="pres">
      <dgm:prSet presAssocID="{F66EC57B-C533-4024-B6F6-5A050E48950A}" presName="spaceRect" presStyleCnt="0"/>
      <dgm:spPr/>
    </dgm:pt>
    <dgm:pt modelId="{51ABF5EE-ED48-4DDD-9444-CF148ECCE104}" type="pres">
      <dgm:prSet presAssocID="{F66EC57B-C533-4024-B6F6-5A050E48950A}" presName="textRect" presStyleLbl="revTx" presStyleIdx="3" presStyleCnt="6">
        <dgm:presLayoutVars>
          <dgm:chMax val="1"/>
          <dgm:chPref val="1"/>
        </dgm:presLayoutVars>
      </dgm:prSet>
      <dgm:spPr/>
    </dgm:pt>
    <dgm:pt modelId="{838769DC-62B0-44EA-ACA8-EC6454B6CBE5}" type="pres">
      <dgm:prSet presAssocID="{9A129E8A-750A-4356-AAD8-0A528FFA5976}" presName="sibTrans" presStyleLbl="sibTrans2D1" presStyleIdx="0" presStyleCnt="0"/>
      <dgm:spPr/>
    </dgm:pt>
    <dgm:pt modelId="{9EA03567-B36A-4D2D-9D66-CA87CB63BC26}" type="pres">
      <dgm:prSet presAssocID="{E7F020BB-CC1F-4A7A-85EB-743DE0119A78}" presName="compNode" presStyleCnt="0"/>
      <dgm:spPr/>
    </dgm:pt>
    <dgm:pt modelId="{08AEB059-270C-4C0B-AA9D-FAB7A16EE9AC}" type="pres">
      <dgm:prSet presAssocID="{E7F020BB-CC1F-4A7A-85EB-743DE0119A78}" presName="iconBgRect" presStyleLbl="bgShp" presStyleIdx="4" presStyleCnt="6"/>
      <dgm:spPr/>
    </dgm:pt>
    <dgm:pt modelId="{9E1F07C3-A5EA-4C54-B981-4639389EE402}" type="pres">
      <dgm:prSet presAssocID="{E7F020BB-CC1F-4A7A-85EB-743DE0119A7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erver"/>
        </a:ext>
      </dgm:extLst>
    </dgm:pt>
    <dgm:pt modelId="{5842A6CF-3014-477B-8E00-D2D57A609B69}" type="pres">
      <dgm:prSet presAssocID="{E7F020BB-CC1F-4A7A-85EB-743DE0119A78}" presName="spaceRect" presStyleCnt="0"/>
      <dgm:spPr/>
    </dgm:pt>
    <dgm:pt modelId="{3F5706EA-C92A-4488-ACDB-30663B354400}" type="pres">
      <dgm:prSet presAssocID="{E7F020BB-CC1F-4A7A-85EB-743DE0119A78}" presName="textRect" presStyleLbl="revTx" presStyleIdx="4" presStyleCnt="6">
        <dgm:presLayoutVars>
          <dgm:chMax val="1"/>
          <dgm:chPref val="1"/>
        </dgm:presLayoutVars>
      </dgm:prSet>
      <dgm:spPr/>
    </dgm:pt>
    <dgm:pt modelId="{D5F3D20A-131A-4355-942D-0A322030C30B}" type="pres">
      <dgm:prSet presAssocID="{E5028922-776C-4EE9-A22A-9EDDA70B628E}" presName="sibTrans" presStyleLbl="sibTrans2D1" presStyleIdx="0" presStyleCnt="0"/>
      <dgm:spPr/>
    </dgm:pt>
    <dgm:pt modelId="{AC9066FA-6994-4065-A6D8-BFEB0109CCFF}" type="pres">
      <dgm:prSet presAssocID="{93962AFB-A815-40C2-B043-FD65002BB7C3}" presName="compNode" presStyleCnt="0"/>
      <dgm:spPr/>
    </dgm:pt>
    <dgm:pt modelId="{02283564-0D57-462E-BCE3-267F3E94BCE1}" type="pres">
      <dgm:prSet presAssocID="{93962AFB-A815-40C2-B043-FD65002BB7C3}" presName="iconBgRect" presStyleLbl="bgShp" presStyleIdx="5" presStyleCnt="6"/>
      <dgm:spPr/>
    </dgm:pt>
    <dgm:pt modelId="{09008F20-CFB1-4164-BD20-B9515267BC75}" type="pres">
      <dgm:prSet presAssocID="{93962AFB-A815-40C2-B043-FD65002BB7C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83921B90-9768-4C3B-B30C-9ECB62324E6C}" type="pres">
      <dgm:prSet presAssocID="{93962AFB-A815-40C2-B043-FD65002BB7C3}" presName="spaceRect" presStyleCnt="0"/>
      <dgm:spPr/>
    </dgm:pt>
    <dgm:pt modelId="{DE3CD5B8-9DD8-40D1-9A6E-F4B20CF056A0}" type="pres">
      <dgm:prSet presAssocID="{93962AFB-A815-40C2-B043-FD65002BB7C3}" presName="textRect" presStyleLbl="revTx" presStyleIdx="5" presStyleCnt="6">
        <dgm:presLayoutVars>
          <dgm:chMax val="1"/>
          <dgm:chPref val="1"/>
        </dgm:presLayoutVars>
      </dgm:prSet>
      <dgm:spPr/>
    </dgm:pt>
  </dgm:ptLst>
  <dgm:cxnLst>
    <dgm:cxn modelId="{0604E808-31D3-455F-A1D6-E2ED709DD097}" type="presOf" srcId="{E894BE10-A817-4C46-A7E3-339B5F0B453C}" destId="{BDD2E4E7-1BE7-42CB-8182-E7B994784D22}" srcOrd="0" destOrd="0" presId="urn:microsoft.com/office/officeart/2018/2/layout/IconCircleList"/>
    <dgm:cxn modelId="{EB0CDE0A-696A-4973-89ED-D84E6A7404F6}" srcId="{01CF9319-65B7-4F5E-A4D1-5E5009EB23C5}" destId="{E6A800E7-B5DA-4B42-AAD0-B89D23AABA70}" srcOrd="1" destOrd="0" parTransId="{83AF471F-69E5-4117-B8FA-70E545C78B9D}" sibTransId="{505A9B6B-D632-4539-BD7F-F3338A83DFA9}"/>
    <dgm:cxn modelId="{5757ED1E-B06C-4A66-9AE7-D94799C2D418}" type="presOf" srcId="{E6A800E7-B5DA-4B42-AAD0-B89D23AABA70}" destId="{5BEBE39E-5C0C-42DC-B3B4-31835FB0F93A}" srcOrd="0" destOrd="0" presId="urn:microsoft.com/office/officeart/2018/2/layout/IconCircleList"/>
    <dgm:cxn modelId="{EA183C2D-A1D8-48B9-B64F-21BEE195FA63}" type="presOf" srcId="{93962AFB-A815-40C2-B043-FD65002BB7C3}" destId="{DE3CD5B8-9DD8-40D1-9A6E-F4B20CF056A0}" srcOrd="0" destOrd="0" presId="urn:microsoft.com/office/officeart/2018/2/layout/IconCircleList"/>
    <dgm:cxn modelId="{57130B3E-77E7-4607-90BC-F98DDB4E443C}" type="presOf" srcId="{505A9B6B-D632-4539-BD7F-F3338A83DFA9}" destId="{F7A32CA2-3353-4D27-A005-99EABD377608}" srcOrd="0" destOrd="0" presId="urn:microsoft.com/office/officeart/2018/2/layout/IconCircleList"/>
    <dgm:cxn modelId="{36605D60-8332-431F-8654-EC03033DAA71}" type="presOf" srcId="{9A129E8A-750A-4356-AAD8-0A528FFA5976}" destId="{838769DC-62B0-44EA-ACA8-EC6454B6CBE5}" srcOrd="0" destOrd="0" presId="urn:microsoft.com/office/officeart/2018/2/layout/IconCircleList"/>
    <dgm:cxn modelId="{63C7B666-E5AA-483D-ACD2-CC1EF9C14AF0}" srcId="{01CF9319-65B7-4F5E-A4D1-5E5009EB23C5}" destId="{8B23A050-3EC2-4772-97BB-F2B1FFE081C9}" srcOrd="0" destOrd="0" parTransId="{17E73D2B-AF12-462E-8CEE-14C31B0FF9C7}" sibTransId="{E894BE10-A817-4C46-A7E3-339B5F0B453C}"/>
    <dgm:cxn modelId="{C3C83A6C-8C56-4376-81D0-6CD3806F1657}" srcId="{01CF9319-65B7-4F5E-A4D1-5E5009EB23C5}" destId="{F66EC57B-C533-4024-B6F6-5A050E48950A}" srcOrd="3" destOrd="0" parTransId="{09D4618F-98D8-46DE-9F52-7E25157EFC44}" sibTransId="{9A129E8A-750A-4356-AAD8-0A528FFA5976}"/>
    <dgm:cxn modelId="{124B9E7B-BA00-40E0-A9EC-C74B49D9DCD6}" type="presOf" srcId="{E8D7BF73-DA6B-4D3F-82BB-E49D5132D16A}" destId="{778CE17F-AA24-4D03-8044-0379179DC9B3}" srcOrd="0" destOrd="0" presId="urn:microsoft.com/office/officeart/2018/2/layout/IconCircleList"/>
    <dgm:cxn modelId="{F0F2A39B-1116-4BDD-BD0D-0CFA92A45152}" srcId="{01CF9319-65B7-4F5E-A4D1-5E5009EB23C5}" destId="{93962AFB-A815-40C2-B043-FD65002BB7C3}" srcOrd="5" destOrd="0" parTransId="{F2D100BD-D0BE-43AC-837B-536DB2DF52FD}" sibTransId="{EEA1B2CF-02F1-455C-9ED3-7228F3E4CC94}"/>
    <dgm:cxn modelId="{BEB1E1B1-9C4E-4212-9A2E-DA5163F8663E}" type="presOf" srcId="{E5028922-776C-4EE9-A22A-9EDDA70B628E}" destId="{D5F3D20A-131A-4355-942D-0A322030C30B}" srcOrd="0" destOrd="0" presId="urn:microsoft.com/office/officeart/2018/2/layout/IconCircleList"/>
    <dgm:cxn modelId="{0CDF15B7-4AA0-4A84-B073-A6CEC1AE886F}" type="presOf" srcId="{F66EC57B-C533-4024-B6F6-5A050E48950A}" destId="{51ABF5EE-ED48-4DDD-9444-CF148ECCE104}" srcOrd="0" destOrd="0" presId="urn:microsoft.com/office/officeart/2018/2/layout/IconCircleList"/>
    <dgm:cxn modelId="{8AD518BB-4EE7-465B-8788-95BC098B49E3}" type="presOf" srcId="{AD486F75-F370-4B80-87F8-004AF9335C0B}" destId="{27D5B49F-7D76-4C35-965C-DC28D885006C}" srcOrd="0" destOrd="0" presId="urn:microsoft.com/office/officeart/2018/2/layout/IconCircleList"/>
    <dgm:cxn modelId="{1304C1D9-1B89-4700-B555-82B6C0549FAC}" srcId="{01CF9319-65B7-4F5E-A4D1-5E5009EB23C5}" destId="{E8D7BF73-DA6B-4D3F-82BB-E49D5132D16A}" srcOrd="2" destOrd="0" parTransId="{5002B46D-A54F-4E61-80B2-F91EF95F18E1}" sibTransId="{AD486F75-F370-4B80-87F8-004AF9335C0B}"/>
    <dgm:cxn modelId="{DCF6ADE5-DFE7-448C-8CF1-EAE12F641F86}" type="presOf" srcId="{01CF9319-65B7-4F5E-A4D1-5E5009EB23C5}" destId="{6C93A6AA-3608-44B2-AA01-B4FB26ED26E2}" srcOrd="0" destOrd="0" presId="urn:microsoft.com/office/officeart/2018/2/layout/IconCircleList"/>
    <dgm:cxn modelId="{E49B6AE9-7991-4D17-AFD7-EFF800AB9CF1}" srcId="{01CF9319-65B7-4F5E-A4D1-5E5009EB23C5}" destId="{E7F020BB-CC1F-4A7A-85EB-743DE0119A78}" srcOrd="4" destOrd="0" parTransId="{3DD3C2E2-789E-44E7-9178-18FED4F9107E}" sibTransId="{E5028922-776C-4EE9-A22A-9EDDA70B628E}"/>
    <dgm:cxn modelId="{2EA936F0-ABA8-4D8F-9E00-43C6D40FB129}" type="presOf" srcId="{8B23A050-3EC2-4772-97BB-F2B1FFE081C9}" destId="{D6C005E5-E0C4-4CEE-AEE5-3CF029098B5D}" srcOrd="0" destOrd="0" presId="urn:microsoft.com/office/officeart/2018/2/layout/IconCircleList"/>
    <dgm:cxn modelId="{0EE10FF7-5BA3-4CE2-B746-BA1D0F03F0CF}" type="presOf" srcId="{E7F020BB-CC1F-4A7A-85EB-743DE0119A78}" destId="{3F5706EA-C92A-4488-ACDB-30663B354400}" srcOrd="0" destOrd="0" presId="urn:microsoft.com/office/officeart/2018/2/layout/IconCircleList"/>
    <dgm:cxn modelId="{D6B0558F-7134-4B08-89C2-2FAAA33277F3}" type="presParOf" srcId="{6C93A6AA-3608-44B2-AA01-B4FB26ED26E2}" destId="{4AE4AB0B-0582-4CF8-A364-B5CE9389D973}" srcOrd="0" destOrd="0" presId="urn:microsoft.com/office/officeart/2018/2/layout/IconCircleList"/>
    <dgm:cxn modelId="{0A6D5AFA-D553-44FB-AFC4-0620F3676279}" type="presParOf" srcId="{4AE4AB0B-0582-4CF8-A364-B5CE9389D973}" destId="{F86E8698-01C4-4C7F-8174-1D5CBFFD80AB}" srcOrd="0" destOrd="0" presId="urn:microsoft.com/office/officeart/2018/2/layout/IconCircleList"/>
    <dgm:cxn modelId="{1E2F488F-2484-4610-A4C5-DF1625DB1510}" type="presParOf" srcId="{F86E8698-01C4-4C7F-8174-1D5CBFFD80AB}" destId="{444CE954-72C4-46F6-A01E-CF7EFBA97CEC}" srcOrd="0" destOrd="0" presId="urn:microsoft.com/office/officeart/2018/2/layout/IconCircleList"/>
    <dgm:cxn modelId="{237D1587-DD28-4E80-9B2B-FD07645EB1E4}" type="presParOf" srcId="{F86E8698-01C4-4C7F-8174-1D5CBFFD80AB}" destId="{D66948F7-405D-4182-8954-FEB1DC02FD34}" srcOrd="1" destOrd="0" presId="urn:microsoft.com/office/officeart/2018/2/layout/IconCircleList"/>
    <dgm:cxn modelId="{C80CE289-95F2-41A8-BF08-18E2F3ED5EBD}" type="presParOf" srcId="{F86E8698-01C4-4C7F-8174-1D5CBFFD80AB}" destId="{76400914-DB7C-4558-B385-A7FFC7D42E5F}" srcOrd="2" destOrd="0" presId="urn:microsoft.com/office/officeart/2018/2/layout/IconCircleList"/>
    <dgm:cxn modelId="{51DFA05A-5818-4FB0-8A20-8F8C01DE3BFD}" type="presParOf" srcId="{F86E8698-01C4-4C7F-8174-1D5CBFFD80AB}" destId="{D6C005E5-E0C4-4CEE-AEE5-3CF029098B5D}" srcOrd="3" destOrd="0" presId="urn:microsoft.com/office/officeart/2018/2/layout/IconCircleList"/>
    <dgm:cxn modelId="{054FFE85-F63F-418A-A126-2D0EA9B197BE}" type="presParOf" srcId="{4AE4AB0B-0582-4CF8-A364-B5CE9389D973}" destId="{BDD2E4E7-1BE7-42CB-8182-E7B994784D22}" srcOrd="1" destOrd="0" presId="urn:microsoft.com/office/officeart/2018/2/layout/IconCircleList"/>
    <dgm:cxn modelId="{F683D7BD-CCD2-4056-8CB0-BD665F0F80E3}" type="presParOf" srcId="{4AE4AB0B-0582-4CF8-A364-B5CE9389D973}" destId="{237463C4-B37A-4141-9E9A-9BE5422040BB}" srcOrd="2" destOrd="0" presId="urn:microsoft.com/office/officeart/2018/2/layout/IconCircleList"/>
    <dgm:cxn modelId="{EFCA5139-2AD0-4772-B42D-B89C9B198F23}" type="presParOf" srcId="{237463C4-B37A-4141-9E9A-9BE5422040BB}" destId="{A315B298-B4F5-4A58-A583-2E3A1C05BBE7}" srcOrd="0" destOrd="0" presId="urn:microsoft.com/office/officeart/2018/2/layout/IconCircleList"/>
    <dgm:cxn modelId="{05E90055-A6ED-4FEE-872B-10D4882B3A35}" type="presParOf" srcId="{237463C4-B37A-4141-9E9A-9BE5422040BB}" destId="{A2962F12-8C38-48BD-B7B9-4519983D6A75}" srcOrd="1" destOrd="0" presId="urn:microsoft.com/office/officeart/2018/2/layout/IconCircleList"/>
    <dgm:cxn modelId="{986FDDE9-2071-41C4-AF2D-152EB92788AE}" type="presParOf" srcId="{237463C4-B37A-4141-9E9A-9BE5422040BB}" destId="{DB511E51-0DB2-4141-987F-132824728CA1}" srcOrd="2" destOrd="0" presId="urn:microsoft.com/office/officeart/2018/2/layout/IconCircleList"/>
    <dgm:cxn modelId="{3232D92E-0789-4F36-A5F0-590644433E68}" type="presParOf" srcId="{237463C4-B37A-4141-9E9A-9BE5422040BB}" destId="{5BEBE39E-5C0C-42DC-B3B4-31835FB0F93A}" srcOrd="3" destOrd="0" presId="urn:microsoft.com/office/officeart/2018/2/layout/IconCircleList"/>
    <dgm:cxn modelId="{E1348586-5970-4E41-9A87-5540272ECD30}" type="presParOf" srcId="{4AE4AB0B-0582-4CF8-A364-B5CE9389D973}" destId="{F7A32CA2-3353-4D27-A005-99EABD377608}" srcOrd="3" destOrd="0" presId="urn:microsoft.com/office/officeart/2018/2/layout/IconCircleList"/>
    <dgm:cxn modelId="{69CBEE1F-6F3B-4855-9545-6562B1698C2E}" type="presParOf" srcId="{4AE4AB0B-0582-4CF8-A364-B5CE9389D973}" destId="{C4350436-B4E7-4E37-8451-7F3555D4F728}" srcOrd="4" destOrd="0" presId="urn:microsoft.com/office/officeart/2018/2/layout/IconCircleList"/>
    <dgm:cxn modelId="{AF55C7EE-6210-461E-9466-9233D680AF45}" type="presParOf" srcId="{C4350436-B4E7-4E37-8451-7F3555D4F728}" destId="{53F9EEFF-8C6D-4542-97F9-10AA4C483E8D}" srcOrd="0" destOrd="0" presId="urn:microsoft.com/office/officeart/2018/2/layout/IconCircleList"/>
    <dgm:cxn modelId="{931DB1AD-9FE8-47CD-B07C-368F6777F529}" type="presParOf" srcId="{C4350436-B4E7-4E37-8451-7F3555D4F728}" destId="{2BD6B485-5DFF-4C50-8480-795816462C89}" srcOrd="1" destOrd="0" presId="urn:microsoft.com/office/officeart/2018/2/layout/IconCircleList"/>
    <dgm:cxn modelId="{4DF70D2D-FAFB-45EC-AE94-08FFD72573C9}" type="presParOf" srcId="{C4350436-B4E7-4E37-8451-7F3555D4F728}" destId="{9122E516-BC81-45F6-B1AC-FA1E97E1F563}" srcOrd="2" destOrd="0" presId="urn:microsoft.com/office/officeart/2018/2/layout/IconCircleList"/>
    <dgm:cxn modelId="{C2A65C61-AB54-4576-BC1E-1A002DA8A36D}" type="presParOf" srcId="{C4350436-B4E7-4E37-8451-7F3555D4F728}" destId="{778CE17F-AA24-4D03-8044-0379179DC9B3}" srcOrd="3" destOrd="0" presId="urn:microsoft.com/office/officeart/2018/2/layout/IconCircleList"/>
    <dgm:cxn modelId="{4CC61392-18FD-4572-A6EB-79D260AC479C}" type="presParOf" srcId="{4AE4AB0B-0582-4CF8-A364-B5CE9389D973}" destId="{27D5B49F-7D76-4C35-965C-DC28D885006C}" srcOrd="5" destOrd="0" presId="urn:microsoft.com/office/officeart/2018/2/layout/IconCircleList"/>
    <dgm:cxn modelId="{46683974-9158-4DBB-887C-2CC835BC9AE7}" type="presParOf" srcId="{4AE4AB0B-0582-4CF8-A364-B5CE9389D973}" destId="{7BB00B4E-6E7E-4FF1-AA72-6EE95651AA63}" srcOrd="6" destOrd="0" presId="urn:microsoft.com/office/officeart/2018/2/layout/IconCircleList"/>
    <dgm:cxn modelId="{2D5A7EBD-F0A9-4253-A8CD-49545E27871F}" type="presParOf" srcId="{7BB00B4E-6E7E-4FF1-AA72-6EE95651AA63}" destId="{02F40DD8-451C-438E-B9ED-F7F3C7E8BCCE}" srcOrd="0" destOrd="0" presId="urn:microsoft.com/office/officeart/2018/2/layout/IconCircleList"/>
    <dgm:cxn modelId="{A1691018-5FF4-4865-A8E6-2A1119E49103}" type="presParOf" srcId="{7BB00B4E-6E7E-4FF1-AA72-6EE95651AA63}" destId="{8CD65D92-80A5-4305-AF35-200E08A84C03}" srcOrd="1" destOrd="0" presId="urn:microsoft.com/office/officeart/2018/2/layout/IconCircleList"/>
    <dgm:cxn modelId="{90AF8A54-ADCB-48AB-A6C2-69C1E6B657B8}" type="presParOf" srcId="{7BB00B4E-6E7E-4FF1-AA72-6EE95651AA63}" destId="{1AA30856-AD03-4CF0-9D18-E5C294559A54}" srcOrd="2" destOrd="0" presId="urn:microsoft.com/office/officeart/2018/2/layout/IconCircleList"/>
    <dgm:cxn modelId="{7EF4D09B-2815-4E2F-8BBA-7689A2C36C7F}" type="presParOf" srcId="{7BB00B4E-6E7E-4FF1-AA72-6EE95651AA63}" destId="{51ABF5EE-ED48-4DDD-9444-CF148ECCE104}" srcOrd="3" destOrd="0" presId="urn:microsoft.com/office/officeart/2018/2/layout/IconCircleList"/>
    <dgm:cxn modelId="{41751C6E-B800-4DAB-AA14-7AE316B20D26}" type="presParOf" srcId="{4AE4AB0B-0582-4CF8-A364-B5CE9389D973}" destId="{838769DC-62B0-44EA-ACA8-EC6454B6CBE5}" srcOrd="7" destOrd="0" presId="urn:microsoft.com/office/officeart/2018/2/layout/IconCircleList"/>
    <dgm:cxn modelId="{808C8409-D861-4FFD-B017-BC2746233FC7}" type="presParOf" srcId="{4AE4AB0B-0582-4CF8-A364-B5CE9389D973}" destId="{9EA03567-B36A-4D2D-9D66-CA87CB63BC26}" srcOrd="8" destOrd="0" presId="urn:microsoft.com/office/officeart/2018/2/layout/IconCircleList"/>
    <dgm:cxn modelId="{1933F448-F578-494F-80C0-503C281C5ED2}" type="presParOf" srcId="{9EA03567-B36A-4D2D-9D66-CA87CB63BC26}" destId="{08AEB059-270C-4C0B-AA9D-FAB7A16EE9AC}" srcOrd="0" destOrd="0" presId="urn:microsoft.com/office/officeart/2018/2/layout/IconCircleList"/>
    <dgm:cxn modelId="{9E12B49B-2E69-4360-8E57-EF1BA04A8D25}" type="presParOf" srcId="{9EA03567-B36A-4D2D-9D66-CA87CB63BC26}" destId="{9E1F07C3-A5EA-4C54-B981-4639389EE402}" srcOrd="1" destOrd="0" presId="urn:microsoft.com/office/officeart/2018/2/layout/IconCircleList"/>
    <dgm:cxn modelId="{2DFAA0AA-79D8-4E5F-9262-2C340419AEA1}" type="presParOf" srcId="{9EA03567-B36A-4D2D-9D66-CA87CB63BC26}" destId="{5842A6CF-3014-477B-8E00-D2D57A609B69}" srcOrd="2" destOrd="0" presId="urn:microsoft.com/office/officeart/2018/2/layout/IconCircleList"/>
    <dgm:cxn modelId="{14F3CF26-95EC-4973-A95C-19BFD51F74DF}" type="presParOf" srcId="{9EA03567-B36A-4D2D-9D66-CA87CB63BC26}" destId="{3F5706EA-C92A-4488-ACDB-30663B354400}" srcOrd="3" destOrd="0" presId="urn:microsoft.com/office/officeart/2018/2/layout/IconCircleList"/>
    <dgm:cxn modelId="{CB44EB0C-E12A-45E1-AEDE-CA8166937EF2}" type="presParOf" srcId="{4AE4AB0B-0582-4CF8-A364-B5CE9389D973}" destId="{D5F3D20A-131A-4355-942D-0A322030C30B}" srcOrd="9" destOrd="0" presId="urn:microsoft.com/office/officeart/2018/2/layout/IconCircleList"/>
    <dgm:cxn modelId="{CE6B9F03-88B8-4DCA-9D37-25886DCA1D45}" type="presParOf" srcId="{4AE4AB0B-0582-4CF8-A364-B5CE9389D973}" destId="{AC9066FA-6994-4065-A6D8-BFEB0109CCFF}" srcOrd="10" destOrd="0" presId="urn:microsoft.com/office/officeart/2018/2/layout/IconCircleList"/>
    <dgm:cxn modelId="{322B7A36-088F-4AAF-B615-4F81EC078FD1}" type="presParOf" srcId="{AC9066FA-6994-4065-A6D8-BFEB0109CCFF}" destId="{02283564-0D57-462E-BCE3-267F3E94BCE1}" srcOrd="0" destOrd="0" presId="urn:microsoft.com/office/officeart/2018/2/layout/IconCircleList"/>
    <dgm:cxn modelId="{F1EB7D27-14FF-47B7-A9D2-CBCE25CE8FE2}" type="presParOf" srcId="{AC9066FA-6994-4065-A6D8-BFEB0109CCFF}" destId="{09008F20-CFB1-4164-BD20-B9515267BC75}" srcOrd="1" destOrd="0" presId="urn:microsoft.com/office/officeart/2018/2/layout/IconCircleList"/>
    <dgm:cxn modelId="{58B1B250-AD80-473E-92BF-E34FD985E115}" type="presParOf" srcId="{AC9066FA-6994-4065-A6D8-BFEB0109CCFF}" destId="{83921B90-9768-4C3B-B30C-9ECB62324E6C}" srcOrd="2" destOrd="0" presId="urn:microsoft.com/office/officeart/2018/2/layout/IconCircleList"/>
    <dgm:cxn modelId="{20F31325-7CF5-43E4-AE4B-379D2FEB12FB}" type="presParOf" srcId="{AC9066FA-6994-4065-A6D8-BFEB0109CCFF}" destId="{DE3CD5B8-9DD8-40D1-9A6E-F4B20CF056A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59CC0D-559E-4B95-AF84-2678E3A5EC88}"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36466B26-2D63-4F3F-8529-DA823E4B1E85}">
      <dgm:prSet/>
      <dgm:spPr>
        <a:solidFill>
          <a:schemeClr val="tx2"/>
        </a:solidFill>
      </dgm:spPr>
      <dgm:t>
        <a:bodyPr/>
        <a:lstStyle/>
        <a:p>
          <a:r>
            <a:rPr lang="en-US" b="1" i="0" dirty="0">
              <a:solidFill>
                <a:srgbClr val="C00000"/>
              </a:solidFill>
            </a:rPr>
            <a:t>Challenge: </a:t>
          </a:r>
          <a:r>
            <a:rPr lang="en-US" b="1" i="0" dirty="0">
              <a:solidFill>
                <a:schemeClr val="tx1"/>
              </a:solidFill>
            </a:rPr>
            <a:t>Implementing an open-text notebook-style inventory system.</a:t>
          </a:r>
          <a:endParaRPr lang="en-US" dirty="0">
            <a:solidFill>
              <a:schemeClr val="tx1"/>
            </a:solidFill>
          </a:endParaRPr>
        </a:p>
      </dgm:t>
    </dgm:pt>
    <dgm:pt modelId="{0F5405D7-4038-4535-8430-91C438AF381B}" type="parTrans" cxnId="{EF7D68D1-04A6-4271-AF1F-E32F48B6B74F}">
      <dgm:prSet/>
      <dgm:spPr/>
      <dgm:t>
        <a:bodyPr/>
        <a:lstStyle/>
        <a:p>
          <a:endParaRPr lang="en-US"/>
        </a:p>
      </dgm:t>
    </dgm:pt>
    <dgm:pt modelId="{F8534DC7-C649-4451-9C04-D1EEDC252C41}" type="sibTrans" cxnId="{EF7D68D1-04A6-4271-AF1F-E32F48B6B74F}">
      <dgm:prSet/>
      <dgm:spPr/>
      <dgm:t>
        <a:bodyPr/>
        <a:lstStyle/>
        <a:p>
          <a:endParaRPr lang="en-US"/>
        </a:p>
      </dgm:t>
    </dgm:pt>
    <dgm:pt modelId="{C8341AEF-49FD-4D25-AD80-18868090A3D1}">
      <dgm:prSet/>
      <dgm:spPr>
        <a:solidFill>
          <a:schemeClr val="tx2"/>
        </a:solidFill>
      </dgm:spPr>
      <dgm:t>
        <a:bodyPr/>
        <a:lstStyle/>
        <a:p>
          <a:r>
            <a:rPr lang="en-US" b="0" i="0" dirty="0">
              <a:solidFill>
                <a:srgbClr val="92D050"/>
              </a:solidFill>
            </a:rPr>
            <a:t>Solution: </a:t>
          </a:r>
          <a:r>
            <a:rPr lang="en-US" b="0" i="0" dirty="0">
              <a:solidFill>
                <a:schemeClr val="tx1"/>
              </a:solidFill>
            </a:rPr>
            <a:t>Dynamic text storage and in-game cryptographic tools.</a:t>
          </a:r>
          <a:endParaRPr lang="en-US" dirty="0">
            <a:solidFill>
              <a:schemeClr val="tx1"/>
            </a:solidFill>
          </a:endParaRPr>
        </a:p>
      </dgm:t>
    </dgm:pt>
    <dgm:pt modelId="{86A0EC96-CB66-4289-803A-9BDB7253B2EA}" type="parTrans" cxnId="{FCDC4053-7379-4B68-B89B-3899F4407453}">
      <dgm:prSet/>
      <dgm:spPr/>
      <dgm:t>
        <a:bodyPr/>
        <a:lstStyle/>
        <a:p>
          <a:endParaRPr lang="en-US"/>
        </a:p>
      </dgm:t>
    </dgm:pt>
    <dgm:pt modelId="{AE943FA7-C10E-4A82-BCB3-DF32EA8E46F2}" type="sibTrans" cxnId="{FCDC4053-7379-4B68-B89B-3899F4407453}">
      <dgm:prSet/>
      <dgm:spPr/>
      <dgm:t>
        <a:bodyPr/>
        <a:lstStyle/>
        <a:p>
          <a:endParaRPr lang="en-US"/>
        </a:p>
      </dgm:t>
    </dgm:pt>
    <dgm:pt modelId="{3AC9D8A0-4E7D-4B2A-9E32-D61CF4B44C0E}">
      <dgm:prSet/>
      <dgm:spPr>
        <a:solidFill>
          <a:schemeClr val="tx2"/>
        </a:solidFill>
      </dgm:spPr>
      <dgm:t>
        <a:bodyPr/>
        <a:lstStyle/>
        <a:p>
          <a:r>
            <a:rPr lang="en-US" b="1" i="0" dirty="0">
              <a:solidFill>
                <a:srgbClr val="C00000"/>
              </a:solidFill>
            </a:rPr>
            <a:t>Challenge: </a:t>
          </a:r>
          <a:r>
            <a:rPr lang="en-US" b="1" i="0" dirty="0">
              <a:solidFill>
                <a:schemeClr val="tx1"/>
              </a:solidFill>
            </a:rPr>
            <a:t>Creating engaging and interconnected cryptographic puzzles.</a:t>
          </a:r>
          <a:endParaRPr lang="en-US" dirty="0">
            <a:solidFill>
              <a:schemeClr val="tx1"/>
            </a:solidFill>
          </a:endParaRPr>
        </a:p>
      </dgm:t>
    </dgm:pt>
    <dgm:pt modelId="{5D964DC4-A0ED-4CB2-820C-A10AC971C3D2}" type="parTrans" cxnId="{12AD2964-F738-471F-A2E4-E96612CB1A55}">
      <dgm:prSet/>
      <dgm:spPr/>
      <dgm:t>
        <a:bodyPr/>
        <a:lstStyle/>
        <a:p>
          <a:endParaRPr lang="en-US"/>
        </a:p>
      </dgm:t>
    </dgm:pt>
    <dgm:pt modelId="{9D558960-0A8B-44D5-8F29-B5DABB1CED27}" type="sibTrans" cxnId="{12AD2964-F738-471F-A2E4-E96612CB1A55}">
      <dgm:prSet/>
      <dgm:spPr/>
      <dgm:t>
        <a:bodyPr/>
        <a:lstStyle/>
        <a:p>
          <a:endParaRPr lang="en-US"/>
        </a:p>
      </dgm:t>
    </dgm:pt>
    <dgm:pt modelId="{FA465624-0D81-4124-980A-C57FB8BBDC36}">
      <dgm:prSet/>
      <dgm:spPr>
        <a:solidFill>
          <a:schemeClr val="tx2"/>
        </a:solidFill>
      </dgm:spPr>
      <dgm:t>
        <a:bodyPr/>
        <a:lstStyle/>
        <a:p>
          <a:r>
            <a:rPr lang="en-US" b="1" i="0" dirty="0">
              <a:solidFill>
                <a:srgbClr val="C00000"/>
              </a:solidFill>
            </a:rPr>
            <a:t>Challenge: </a:t>
          </a:r>
          <a:r>
            <a:rPr lang="en-US" b="1" i="0" dirty="0">
              <a:solidFill>
                <a:schemeClr val="tx1"/>
              </a:solidFill>
            </a:rPr>
            <a:t>Teaching cryptography without overwhelming players.</a:t>
          </a:r>
          <a:endParaRPr lang="en-US" dirty="0">
            <a:solidFill>
              <a:schemeClr val="tx1"/>
            </a:solidFill>
          </a:endParaRPr>
        </a:p>
      </dgm:t>
    </dgm:pt>
    <dgm:pt modelId="{C0AF2545-EFD1-44DC-A09E-96A94E51C990}" type="parTrans" cxnId="{ABE8A9F8-8556-43DD-96B2-39C00EEBE41B}">
      <dgm:prSet/>
      <dgm:spPr/>
      <dgm:t>
        <a:bodyPr/>
        <a:lstStyle/>
        <a:p>
          <a:endParaRPr lang="en-US"/>
        </a:p>
      </dgm:t>
    </dgm:pt>
    <dgm:pt modelId="{7599EA6D-0F9F-49F0-99A4-246AE0205A2B}" type="sibTrans" cxnId="{ABE8A9F8-8556-43DD-96B2-39C00EEBE41B}">
      <dgm:prSet/>
      <dgm:spPr/>
      <dgm:t>
        <a:bodyPr/>
        <a:lstStyle/>
        <a:p>
          <a:endParaRPr lang="en-US"/>
        </a:p>
      </dgm:t>
    </dgm:pt>
    <dgm:pt modelId="{B6826F83-35F9-421B-BE0B-43DDE49D0700}">
      <dgm:prSet/>
      <dgm:spPr>
        <a:solidFill>
          <a:schemeClr val="tx2"/>
        </a:solidFill>
      </dgm:spPr>
      <dgm:t>
        <a:bodyPr/>
        <a:lstStyle/>
        <a:p>
          <a:r>
            <a:rPr lang="en-US" b="0" i="0" dirty="0">
              <a:solidFill>
                <a:srgbClr val="92D050"/>
              </a:solidFill>
            </a:rPr>
            <a:t>Solution: </a:t>
          </a:r>
          <a:r>
            <a:rPr lang="en-US" b="0" i="0" dirty="0">
              <a:solidFill>
                <a:schemeClr val="tx1"/>
              </a:solidFill>
            </a:rPr>
            <a:t>Gradual learning, interactive tutorials, and guided hints.</a:t>
          </a:r>
          <a:endParaRPr lang="en-US" dirty="0">
            <a:solidFill>
              <a:schemeClr val="tx1"/>
            </a:solidFill>
          </a:endParaRPr>
        </a:p>
      </dgm:t>
    </dgm:pt>
    <dgm:pt modelId="{42F907C5-F36B-424F-8791-D2C207A0DF06}" type="parTrans" cxnId="{9FFF912B-EB0F-44DD-AE22-A846E7B4CE19}">
      <dgm:prSet/>
      <dgm:spPr/>
      <dgm:t>
        <a:bodyPr/>
        <a:lstStyle/>
        <a:p>
          <a:endParaRPr lang="en-US"/>
        </a:p>
      </dgm:t>
    </dgm:pt>
    <dgm:pt modelId="{F1683D57-6FA2-4BA3-AC7D-5597AF583967}" type="sibTrans" cxnId="{9FFF912B-EB0F-44DD-AE22-A846E7B4CE19}">
      <dgm:prSet/>
      <dgm:spPr/>
      <dgm:t>
        <a:bodyPr/>
        <a:lstStyle/>
        <a:p>
          <a:endParaRPr lang="en-US"/>
        </a:p>
      </dgm:t>
    </dgm:pt>
    <dgm:pt modelId="{1AE5C51D-E643-4897-9506-378D08E0EC22}">
      <dgm:prSet/>
      <dgm:spPr>
        <a:solidFill>
          <a:schemeClr val="tx2"/>
        </a:solidFill>
      </dgm:spPr>
      <dgm:t>
        <a:bodyPr/>
        <a:lstStyle/>
        <a:p>
          <a:r>
            <a:rPr lang="en-US" b="0" i="0" dirty="0">
              <a:solidFill>
                <a:srgbClr val="92D050"/>
              </a:solidFill>
            </a:rPr>
            <a:t>Solution: </a:t>
          </a:r>
          <a:r>
            <a:rPr lang="en-US" b="0" i="0" dirty="0">
              <a:solidFill>
                <a:schemeClr val="tx1"/>
              </a:solidFill>
            </a:rPr>
            <a:t>Multi-step decryption puzzles requiring critical thinking.</a:t>
          </a:r>
          <a:endParaRPr lang="en-US" dirty="0">
            <a:solidFill>
              <a:schemeClr val="tx1"/>
            </a:solidFill>
          </a:endParaRPr>
        </a:p>
      </dgm:t>
    </dgm:pt>
    <dgm:pt modelId="{DF845695-FDE4-45BD-98AF-35ECBBE596A8}" type="sibTrans" cxnId="{1136D995-BDFD-48AE-90EA-9C1E85B6AD0C}">
      <dgm:prSet/>
      <dgm:spPr/>
      <dgm:t>
        <a:bodyPr/>
        <a:lstStyle/>
        <a:p>
          <a:endParaRPr lang="en-US"/>
        </a:p>
      </dgm:t>
    </dgm:pt>
    <dgm:pt modelId="{530DAD5D-30C7-465D-A020-C05EA88481E8}" type="parTrans" cxnId="{1136D995-BDFD-48AE-90EA-9C1E85B6AD0C}">
      <dgm:prSet/>
      <dgm:spPr/>
      <dgm:t>
        <a:bodyPr/>
        <a:lstStyle/>
        <a:p>
          <a:endParaRPr lang="en-US"/>
        </a:p>
      </dgm:t>
    </dgm:pt>
    <dgm:pt modelId="{08B3DF8B-F396-4D54-8014-50A64641AF4E}" type="pres">
      <dgm:prSet presAssocID="{C059CC0D-559E-4B95-AF84-2678E3A5EC88}" presName="diagram" presStyleCnt="0">
        <dgm:presLayoutVars>
          <dgm:dir/>
          <dgm:resizeHandles val="exact"/>
        </dgm:presLayoutVars>
      </dgm:prSet>
      <dgm:spPr/>
    </dgm:pt>
    <dgm:pt modelId="{9E742C7B-A003-44CB-9D13-D731244BFFDD}" type="pres">
      <dgm:prSet presAssocID="{36466B26-2D63-4F3F-8529-DA823E4B1E85}" presName="node" presStyleLbl="node1" presStyleIdx="0" presStyleCnt="3">
        <dgm:presLayoutVars>
          <dgm:bulletEnabled val="1"/>
        </dgm:presLayoutVars>
      </dgm:prSet>
      <dgm:spPr/>
    </dgm:pt>
    <dgm:pt modelId="{93046087-66ED-4041-BD17-A366E491990A}" type="pres">
      <dgm:prSet presAssocID="{F8534DC7-C649-4451-9C04-D1EEDC252C41}" presName="sibTrans" presStyleCnt="0"/>
      <dgm:spPr/>
    </dgm:pt>
    <dgm:pt modelId="{E48AADA4-34BD-448A-B6E6-B9CDB396232C}" type="pres">
      <dgm:prSet presAssocID="{3AC9D8A0-4E7D-4B2A-9E32-D61CF4B44C0E}" presName="node" presStyleLbl="node1" presStyleIdx="1" presStyleCnt="3">
        <dgm:presLayoutVars>
          <dgm:bulletEnabled val="1"/>
        </dgm:presLayoutVars>
      </dgm:prSet>
      <dgm:spPr/>
    </dgm:pt>
    <dgm:pt modelId="{DD0FF02A-3916-4D13-8272-36F35158C38B}" type="pres">
      <dgm:prSet presAssocID="{9D558960-0A8B-44D5-8F29-B5DABB1CED27}" presName="sibTrans" presStyleCnt="0"/>
      <dgm:spPr/>
    </dgm:pt>
    <dgm:pt modelId="{BF203CC7-4FC9-431B-84C5-DBF54FBDFD83}" type="pres">
      <dgm:prSet presAssocID="{FA465624-0D81-4124-980A-C57FB8BBDC36}" presName="node" presStyleLbl="node1" presStyleIdx="2" presStyleCnt="3">
        <dgm:presLayoutVars>
          <dgm:bulletEnabled val="1"/>
        </dgm:presLayoutVars>
      </dgm:prSet>
      <dgm:spPr/>
    </dgm:pt>
  </dgm:ptLst>
  <dgm:cxnLst>
    <dgm:cxn modelId="{ED305828-2D03-46D6-962C-CEF8B9477A26}" type="presOf" srcId="{36466B26-2D63-4F3F-8529-DA823E4B1E85}" destId="{9E742C7B-A003-44CB-9D13-D731244BFFDD}" srcOrd="0" destOrd="0" presId="urn:microsoft.com/office/officeart/2005/8/layout/default"/>
    <dgm:cxn modelId="{86D55329-E51D-423B-A54A-2FE444A51D3B}" type="presOf" srcId="{C8341AEF-49FD-4D25-AD80-18868090A3D1}" destId="{9E742C7B-A003-44CB-9D13-D731244BFFDD}" srcOrd="0" destOrd="1" presId="urn:microsoft.com/office/officeart/2005/8/layout/default"/>
    <dgm:cxn modelId="{9FFF912B-EB0F-44DD-AE22-A846E7B4CE19}" srcId="{FA465624-0D81-4124-980A-C57FB8BBDC36}" destId="{B6826F83-35F9-421B-BE0B-43DDE49D0700}" srcOrd="0" destOrd="0" parTransId="{42F907C5-F36B-424F-8791-D2C207A0DF06}" sibTransId="{F1683D57-6FA2-4BA3-AC7D-5597AF583967}"/>
    <dgm:cxn modelId="{2D80DA40-8EA6-4D2C-8D3A-85A6B71FFAA9}" type="presOf" srcId="{C059CC0D-559E-4B95-AF84-2678E3A5EC88}" destId="{08B3DF8B-F396-4D54-8014-50A64641AF4E}" srcOrd="0" destOrd="0" presId="urn:microsoft.com/office/officeart/2005/8/layout/default"/>
    <dgm:cxn modelId="{5FEB7C41-C7C2-49EC-BE3D-273920739F0C}" type="presOf" srcId="{FA465624-0D81-4124-980A-C57FB8BBDC36}" destId="{BF203CC7-4FC9-431B-84C5-DBF54FBDFD83}" srcOrd="0" destOrd="0" presId="urn:microsoft.com/office/officeart/2005/8/layout/default"/>
    <dgm:cxn modelId="{12AD2964-F738-471F-A2E4-E96612CB1A55}" srcId="{C059CC0D-559E-4B95-AF84-2678E3A5EC88}" destId="{3AC9D8A0-4E7D-4B2A-9E32-D61CF4B44C0E}" srcOrd="1" destOrd="0" parTransId="{5D964DC4-A0ED-4CB2-820C-A10AC971C3D2}" sibTransId="{9D558960-0A8B-44D5-8F29-B5DABB1CED27}"/>
    <dgm:cxn modelId="{FCDC4053-7379-4B68-B89B-3899F4407453}" srcId="{36466B26-2D63-4F3F-8529-DA823E4B1E85}" destId="{C8341AEF-49FD-4D25-AD80-18868090A3D1}" srcOrd="0" destOrd="0" parTransId="{86A0EC96-CB66-4289-803A-9BDB7253B2EA}" sibTransId="{AE943FA7-C10E-4A82-BCB3-DF32EA8E46F2}"/>
    <dgm:cxn modelId="{D2005E78-A4F7-48B0-A420-C72529C84860}" type="presOf" srcId="{3AC9D8A0-4E7D-4B2A-9E32-D61CF4B44C0E}" destId="{E48AADA4-34BD-448A-B6E6-B9CDB396232C}" srcOrd="0" destOrd="0" presId="urn:microsoft.com/office/officeart/2005/8/layout/default"/>
    <dgm:cxn modelId="{787E3B95-CCC9-44FD-81AC-946787B7C016}" type="presOf" srcId="{B6826F83-35F9-421B-BE0B-43DDE49D0700}" destId="{BF203CC7-4FC9-431B-84C5-DBF54FBDFD83}" srcOrd="0" destOrd="1" presId="urn:microsoft.com/office/officeart/2005/8/layout/default"/>
    <dgm:cxn modelId="{1136D995-BDFD-48AE-90EA-9C1E85B6AD0C}" srcId="{3AC9D8A0-4E7D-4B2A-9E32-D61CF4B44C0E}" destId="{1AE5C51D-E643-4897-9506-378D08E0EC22}" srcOrd="0" destOrd="0" parTransId="{530DAD5D-30C7-465D-A020-C05EA88481E8}" sibTransId="{DF845695-FDE4-45BD-98AF-35ECBBE596A8}"/>
    <dgm:cxn modelId="{EF7D68D1-04A6-4271-AF1F-E32F48B6B74F}" srcId="{C059CC0D-559E-4B95-AF84-2678E3A5EC88}" destId="{36466B26-2D63-4F3F-8529-DA823E4B1E85}" srcOrd="0" destOrd="0" parTransId="{0F5405D7-4038-4535-8430-91C438AF381B}" sibTransId="{F8534DC7-C649-4451-9C04-D1EEDC252C41}"/>
    <dgm:cxn modelId="{ABE8A9F8-8556-43DD-96B2-39C00EEBE41B}" srcId="{C059CC0D-559E-4B95-AF84-2678E3A5EC88}" destId="{FA465624-0D81-4124-980A-C57FB8BBDC36}" srcOrd="2" destOrd="0" parTransId="{C0AF2545-EFD1-44DC-A09E-96A94E51C990}" sibTransId="{7599EA6D-0F9F-49F0-99A4-246AE0205A2B}"/>
    <dgm:cxn modelId="{38ACD5FA-144C-45C1-B91F-865B75BAEDC2}" type="presOf" srcId="{1AE5C51D-E643-4897-9506-378D08E0EC22}" destId="{E48AADA4-34BD-448A-B6E6-B9CDB396232C}" srcOrd="0" destOrd="1" presId="urn:microsoft.com/office/officeart/2005/8/layout/default"/>
    <dgm:cxn modelId="{8827FE12-47C0-41E4-AF32-65234A53CFF4}" type="presParOf" srcId="{08B3DF8B-F396-4D54-8014-50A64641AF4E}" destId="{9E742C7B-A003-44CB-9D13-D731244BFFDD}" srcOrd="0" destOrd="0" presId="urn:microsoft.com/office/officeart/2005/8/layout/default"/>
    <dgm:cxn modelId="{9B51F941-ADB1-4774-9483-A26FC532A5DB}" type="presParOf" srcId="{08B3DF8B-F396-4D54-8014-50A64641AF4E}" destId="{93046087-66ED-4041-BD17-A366E491990A}" srcOrd="1" destOrd="0" presId="urn:microsoft.com/office/officeart/2005/8/layout/default"/>
    <dgm:cxn modelId="{FD4770EC-9B1B-4665-9D40-84835EC255B0}" type="presParOf" srcId="{08B3DF8B-F396-4D54-8014-50A64641AF4E}" destId="{E48AADA4-34BD-448A-B6E6-B9CDB396232C}" srcOrd="2" destOrd="0" presId="urn:microsoft.com/office/officeart/2005/8/layout/default"/>
    <dgm:cxn modelId="{0968974C-627B-4674-90F4-EA63101BF677}" type="presParOf" srcId="{08B3DF8B-F396-4D54-8014-50A64641AF4E}" destId="{DD0FF02A-3916-4D13-8272-36F35158C38B}" srcOrd="3" destOrd="0" presId="urn:microsoft.com/office/officeart/2005/8/layout/default"/>
    <dgm:cxn modelId="{25B6023C-4EE5-4804-A0BF-7225772B85B0}" type="presParOf" srcId="{08B3DF8B-F396-4D54-8014-50A64641AF4E}" destId="{BF203CC7-4FC9-431B-84C5-DBF54FBDFD83}"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D64BD1A-F8BE-496B-8705-793C869987BD}"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933530B9-551E-40A1-A23F-90DD52EFC24A}">
      <dgm:prSet/>
      <dgm:spPr/>
      <dgm:t>
        <a:bodyPr/>
        <a:lstStyle/>
        <a:p>
          <a:r>
            <a:rPr lang="en-US" b="1"/>
            <a:t>Verification</a:t>
          </a:r>
          <a:endParaRPr lang="en-US"/>
        </a:p>
      </dgm:t>
    </dgm:pt>
    <dgm:pt modelId="{87A575EA-7618-4205-B1D4-382AAE1128C3}" type="parTrans" cxnId="{A812568D-82E7-4F06-B87C-AE6B457D0D40}">
      <dgm:prSet/>
      <dgm:spPr/>
      <dgm:t>
        <a:bodyPr/>
        <a:lstStyle/>
        <a:p>
          <a:endParaRPr lang="en-US"/>
        </a:p>
      </dgm:t>
    </dgm:pt>
    <dgm:pt modelId="{721FDE61-1948-4246-9C85-638B0E8A88AC}" type="sibTrans" cxnId="{A812568D-82E7-4F06-B87C-AE6B457D0D40}">
      <dgm:prSet/>
      <dgm:spPr/>
      <dgm:t>
        <a:bodyPr/>
        <a:lstStyle/>
        <a:p>
          <a:endParaRPr lang="en-US"/>
        </a:p>
      </dgm:t>
    </dgm:pt>
    <dgm:pt modelId="{26AEF9F2-A6A3-4472-8355-2AB1F742A5E3}">
      <dgm:prSet/>
      <dgm:spPr/>
      <dgm:t>
        <a:bodyPr/>
        <a:lstStyle/>
        <a:p>
          <a:r>
            <a:rPr lang="en-US"/>
            <a:t>Ensuring game functions as intended (Unit Testing, Playtesting).</a:t>
          </a:r>
        </a:p>
      </dgm:t>
    </dgm:pt>
    <dgm:pt modelId="{97C973C9-924F-4FE0-A535-BA0E264FDCA5}" type="parTrans" cxnId="{05D1D509-D06E-44B3-9896-469B6381D9BF}">
      <dgm:prSet/>
      <dgm:spPr/>
      <dgm:t>
        <a:bodyPr/>
        <a:lstStyle/>
        <a:p>
          <a:endParaRPr lang="en-US"/>
        </a:p>
      </dgm:t>
    </dgm:pt>
    <dgm:pt modelId="{F11F300B-AD9A-4A2A-BA08-DCE92907BDE1}" type="sibTrans" cxnId="{05D1D509-D06E-44B3-9896-469B6381D9BF}">
      <dgm:prSet/>
      <dgm:spPr/>
      <dgm:t>
        <a:bodyPr/>
        <a:lstStyle/>
        <a:p>
          <a:endParaRPr lang="en-US"/>
        </a:p>
      </dgm:t>
    </dgm:pt>
    <dgm:pt modelId="{04B9F038-5BC0-4B61-A16A-CA0F111A52EA}">
      <dgm:prSet/>
      <dgm:spPr/>
      <dgm:t>
        <a:bodyPr/>
        <a:lstStyle/>
        <a:p>
          <a:r>
            <a:rPr lang="en-US" b="1" dirty="0"/>
            <a:t>Evaluation</a:t>
          </a:r>
          <a:endParaRPr lang="en-US" dirty="0"/>
        </a:p>
      </dgm:t>
    </dgm:pt>
    <dgm:pt modelId="{8D62FB5A-332B-43F0-BF67-520E4A613642}" type="parTrans" cxnId="{4C237851-ED4B-4FF3-BBEF-54758D4DA113}">
      <dgm:prSet/>
      <dgm:spPr/>
      <dgm:t>
        <a:bodyPr/>
        <a:lstStyle/>
        <a:p>
          <a:endParaRPr lang="en-US"/>
        </a:p>
      </dgm:t>
    </dgm:pt>
    <dgm:pt modelId="{EB301E1C-C439-4195-A704-6FFC7221F9A1}" type="sibTrans" cxnId="{4C237851-ED4B-4FF3-BBEF-54758D4DA113}">
      <dgm:prSet/>
      <dgm:spPr/>
      <dgm:t>
        <a:bodyPr/>
        <a:lstStyle/>
        <a:p>
          <a:endParaRPr lang="en-US"/>
        </a:p>
      </dgm:t>
    </dgm:pt>
    <dgm:pt modelId="{A8E74814-1C29-459B-8FF2-9186A27D8391}">
      <dgm:prSet/>
      <dgm:spPr/>
      <dgm:t>
        <a:bodyPr/>
        <a:lstStyle/>
        <a:p>
          <a:r>
            <a:rPr lang="en-US"/>
            <a:t>Measuring effectiveness through player feedback and engagement.</a:t>
          </a:r>
        </a:p>
      </dgm:t>
    </dgm:pt>
    <dgm:pt modelId="{ACB0B67B-9D61-49BB-B2BF-D39745213270}" type="parTrans" cxnId="{11CBFE95-31E5-4DD4-8CF8-2B60B944D4F3}">
      <dgm:prSet/>
      <dgm:spPr/>
      <dgm:t>
        <a:bodyPr/>
        <a:lstStyle/>
        <a:p>
          <a:endParaRPr lang="en-US"/>
        </a:p>
      </dgm:t>
    </dgm:pt>
    <dgm:pt modelId="{5795D5EC-1904-4A36-A1F6-F06256483673}" type="sibTrans" cxnId="{11CBFE95-31E5-4DD4-8CF8-2B60B944D4F3}">
      <dgm:prSet/>
      <dgm:spPr/>
      <dgm:t>
        <a:bodyPr/>
        <a:lstStyle/>
        <a:p>
          <a:endParaRPr lang="en-US"/>
        </a:p>
      </dgm:t>
    </dgm:pt>
    <dgm:pt modelId="{509E2784-D93D-472E-948B-2356CFC435FA}" type="pres">
      <dgm:prSet presAssocID="{1D64BD1A-F8BE-496B-8705-793C869987BD}" presName="matrix" presStyleCnt="0">
        <dgm:presLayoutVars>
          <dgm:chMax val="1"/>
          <dgm:dir/>
          <dgm:resizeHandles val="exact"/>
        </dgm:presLayoutVars>
      </dgm:prSet>
      <dgm:spPr/>
    </dgm:pt>
    <dgm:pt modelId="{67F5E480-EC57-4457-8558-286D9CAA3E4F}" type="pres">
      <dgm:prSet presAssocID="{1D64BD1A-F8BE-496B-8705-793C869987BD}" presName="diamond" presStyleLbl="bgShp" presStyleIdx="0" presStyleCnt="1"/>
      <dgm:spPr/>
    </dgm:pt>
    <dgm:pt modelId="{160DE3D0-3F1B-496A-8B48-B6CCEA966763}" type="pres">
      <dgm:prSet presAssocID="{1D64BD1A-F8BE-496B-8705-793C869987BD}" presName="quad1" presStyleLbl="node1" presStyleIdx="0" presStyleCnt="4" custLinFactNeighborX="-81643">
        <dgm:presLayoutVars>
          <dgm:chMax val="0"/>
          <dgm:chPref val="0"/>
          <dgm:bulletEnabled val="1"/>
        </dgm:presLayoutVars>
      </dgm:prSet>
      <dgm:spPr/>
    </dgm:pt>
    <dgm:pt modelId="{037780E8-A859-4848-8928-76EA063FAE3D}" type="pres">
      <dgm:prSet presAssocID="{1D64BD1A-F8BE-496B-8705-793C869987BD}" presName="quad2" presStyleLbl="node1" presStyleIdx="1" presStyleCnt="4">
        <dgm:presLayoutVars>
          <dgm:chMax val="0"/>
          <dgm:chPref val="0"/>
          <dgm:bulletEnabled val="1"/>
        </dgm:presLayoutVars>
      </dgm:prSet>
      <dgm:spPr/>
    </dgm:pt>
    <dgm:pt modelId="{4B4C2996-8FE8-4B47-9438-865B38DF81C2}" type="pres">
      <dgm:prSet presAssocID="{1D64BD1A-F8BE-496B-8705-793C869987BD}" presName="quad3" presStyleLbl="node1" presStyleIdx="2" presStyleCnt="4" custLinFactNeighborX="-83880" custLinFactNeighborY="3355">
        <dgm:presLayoutVars>
          <dgm:chMax val="0"/>
          <dgm:chPref val="0"/>
          <dgm:bulletEnabled val="1"/>
        </dgm:presLayoutVars>
      </dgm:prSet>
      <dgm:spPr/>
    </dgm:pt>
    <dgm:pt modelId="{7C5F7ECA-CFFB-4102-A4DE-74FE3A782373}" type="pres">
      <dgm:prSet presAssocID="{1D64BD1A-F8BE-496B-8705-793C869987BD}" presName="quad4" presStyleLbl="node1" presStyleIdx="3" presStyleCnt="4">
        <dgm:presLayoutVars>
          <dgm:chMax val="0"/>
          <dgm:chPref val="0"/>
          <dgm:bulletEnabled val="1"/>
        </dgm:presLayoutVars>
      </dgm:prSet>
      <dgm:spPr/>
    </dgm:pt>
  </dgm:ptLst>
  <dgm:cxnLst>
    <dgm:cxn modelId="{05D1D509-D06E-44B3-9896-469B6381D9BF}" srcId="{1D64BD1A-F8BE-496B-8705-793C869987BD}" destId="{26AEF9F2-A6A3-4472-8355-2AB1F742A5E3}" srcOrd="1" destOrd="0" parTransId="{97C973C9-924F-4FE0-A535-BA0E264FDCA5}" sibTransId="{F11F300B-AD9A-4A2A-BA08-DCE92907BDE1}"/>
    <dgm:cxn modelId="{CF96261A-1F00-4268-8EA5-E67FB6CCF663}" type="presOf" srcId="{04B9F038-5BC0-4B61-A16A-CA0F111A52EA}" destId="{4B4C2996-8FE8-4B47-9438-865B38DF81C2}" srcOrd="0" destOrd="0" presId="urn:microsoft.com/office/officeart/2005/8/layout/matrix3"/>
    <dgm:cxn modelId="{02C8A523-C01A-4815-B886-C7B47D2A35DD}" type="presOf" srcId="{933530B9-551E-40A1-A23F-90DD52EFC24A}" destId="{160DE3D0-3F1B-496A-8B48-B6CCEA966763}" srcOrd="0" destOrd="0" presId="urn:microsoft.com/office/officeart/2005/8/layout/matrix3"/>
    <dgm:cxn modelId="{4C237851-ED4B-4FF3-BBEF-54758D4DA113}" srcId="{1D64BD1A-F8BE-496B-8705-793C869987BD}" destId="{04B9F038-5BC0-4B61-A16A-CA0F111A52EA}" srcOrd="2" destOrd="0" parTransId="{8D62FB5A-332B-43F0-BF67-520E4A613642}" sibTransId="{EB301E1C-C439-4195-A704-6FFC7221F9A1}"/>
    <dgm:cxn modelId="{3B1C6E89-7DED-4536-B137-3319A1866CC6}" type="presOf" srcId="{A8E74814-1C29-459B-8FF2-9186A27D8391}" destId="{7C5F7ECA-CFFB-4102-A4DE-74FE3A782373}" srcOrd="0" destOrd="0" presId="urn:microsoft.com/office/officeart/2005/8/layout/matrix3"/>
    <dgm:cxn modelId="{A812568D-82E7-4F06-B87C-AE6B457D0D40}" srcId="{1D64BD1A-F8BE-496B-8705-793C869987BD}" destId="{933530B9-551E-40A1-A23F-90DD52EFC24A}" srcOrd="0" destOrd="0" parTransId="{87A575EA-7618-4205-B1D4-382AAE1128C3}" sibTransId="{721FDE61-1948-4246-9C85-638B0E8A88AC}"/>
    <dgm:cxn modelId="{11CBFE95-31E5-4DD4-8CF8-2B60B944D4F3}" srcId="{1D64BD1A-F8BE-496B-8705-793C869987BD}" destId="{A8E74814-1C29-459B-8FF2-9186A27D8391}" srcOrd="3" destOrd="0" parTransId="{ACB0B67B-9D61-49BB-B2BF-D39745213270}" sibTransId="{5795D5EC-1904-4A36-A1F6-F06256483673}"/>
    <dgm:cxn modelId="{38E9F7C2-AB5D-4780-8567-0FE5B01FBF5C}" type="presOf" srcId="{1D64BD1A-F8BE-496B-8705-793C869987BD}" destId="{509E2784-D93D-472E-948B-2356CFC435FA}" srcOrd="0" destOrd="0" presId="urn:microsoft.com/office/officeart/2005/8/layout/matrix3"/>
    <dgm:cxn modelId="{F58055D2-2A64-4CB7-B96F-27FDC045ED18}" type="presOf" srcId="{26AEF9F2-A6A3-4472-8355-2AB1F742A5E3}" destId="{037780E8-A859-4848-8928-76EA063FAE3D}" srcOrd="0" destOrd="0" presId="urn:microsoft.com/office/officeart/2005/8/layout/matrix3"/>
    <dgm:cxn modelId="{6211C8C9-FF2A-4BCE-8DB9-F1E682AF7D2A}" type="presParOf" srcId="{509E2784-D93D-472E-948B-2356CFC435FA}" destId="{67F5E480-EC57-4457-8558-286D9CAA3E4F}" srcOrd="0" destOrd="0" presId="urn:microsoft.com/office/officeart/2005/8/layout/matrix3"/>
    <dgm:cxn modelId="{ED698431-2324-45DB-86C4-316A0B4F931A}" type="presParOf" srcId="{509E2784-D93D-472E-948B-2356CFC435FA}" destId="{160DE3D0-3F1B-496A-8B48-B6CCEA966763}" srcOrd="1" destOrd="0" presId="urn:microsoft.com/office/officeart/2005/8/layout/matrix3"/>
    <dgm:cxn modelId="{D24217D3-8492-45B2-9971-11179E41D7F7}" type="presParOf" srcId="{509E2784-D93D-472E-948B-2356CFC435FA}" destId="{037780E8-A859-4848-8928-76EA063FAE3D}" srcOrd="2" destOrd="0" presId="urn:microsoft.com/office/officeart/2005/8/layout/matrix3"/>
    <dgm:cxn modelId="{D0C41827-5249-4705-8B65-028DBF5E753F}" type="presParOf" srcId="{509E2784-D93D-472E-948B-2356CFC435FA}" destId="{4B4C2996-8FE8-4B47-9438-865B38DF81C2}" srcOrd="3" destOrd="0" presId="urn:microsoft.com/office/officeart/2005/8/layout/matrix3"/>
    <dgm:cxn modelId="{6B950093-F194-4FE8-9AA5-8838F7144E10}" type="presParOf" srcId="{509E2784-D93D-472E-948B-2356CFC435FA}" destId="{7C5F7ECA-CFFB-4102-A4DE-74FE3A78237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370FD-F06E-4134-8FC5-459FAA5F0DB0}">
      <dsp:nvSpPr>
        <dsp:cNvPr id="0" name=""/>
        <dsp:cNvSpPr/>
      </dsp:nvSpPr>
      <dsp:spPr>
        <a:xfrm>
          <a:off x="827085" y="211"/>
          <a:ext cx="965039" cy="96503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232C2E-0564-404B-8C72-44965D8C87BD}">
      <dsp:nvSpPr>
        <dsp:cNvPr id="0" name=""/>
        <dsp:cNvSpPr/>
      </dsp:nvSpPr>
      <dsp:spPr>
        <a:xfrm>
          <a:off x="1032749" y="205875"/>
          <a:ext cx="553710" cy="5537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6FC81B3-00B6-40C2-8A10-DE90EC8DC320}">
      <dsp:nvSpPr>
        <dsp:cNvPr id="0" name=""/>
        <dsp:cNvSpPr/>
      </dsp:nvSpPr>
      <dsp:spPr>
        <a:xfrm>
          <a:off x="51858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Target Audience</a:t>
          </a:r>
        </a:p>
      </dsp:txBody>
      <dsp:txXfrm>
        <a:off x="518589" y="1265836"/>
        <a:ext cx="1582031" cy="632812"/>
      </dsp:txXfrm>
    </dsp:sp>
    <dsp:sp modelId="{40F62823-AA6D-4263-AA59-ACE68C942F40}">
      <dsp:nvSpPr>
        <dsp:cNvPr id="0" name=""/>
        <dsp:cNvSpPr/>
      </dsp:nvSpPr>
      <dsp:spPr>
        <a:xfrm>
          <a:off x="2685972" y="211"/>
          <a:ext cx="965039" cy="96503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655A34-A499-419E-A5D3-FB07F313FF53}">
      <dsp:nvSpPr>
        <dsp:cNvPr id="0" name=""/>
        <dsp:cNvSpPr/>
      </dsp:nvSpPr>
      <dsp:spPr>
        <a:xfrm>
          <a:off x="2891636" y="205875"/>
          <a:ext cx="553710" cy="5537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055CB5-A644-4906-BF5F-6530766578A9}">
      <dsp:nvSpPr>
        <dsp:cNvPr id="0" name=""/>
        <dsp:cNvSpPr/>
      </dsp:nvSpPr>
      <dsp:spPr>
        <a:xfrm>
          <a:off x="2377476"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Educational scope</a:t>
          </a:r>
        </a:p>
      </dsp:txBody>
      <dsp:txXfrm>
        <a:off x="2377476" y="1265836"/>
        <a:ext cx="1582031" cy="632812"/>
      </dsp:txXfrm>
    </dsp:sp>
    <dsp:sp modelId="{C951DD91-260F-4746-B5F6-8B1307199879}">
      <dsp:nvSpPr>
        <dsp:cNvPr id="0" name=""/>
        <dsp:cNvSpPr/>
      </dsp:nvSpPr>
      <dsp:spPr>
        <a:xfrm>
          <a:off x="4544859" y="211"/>
          <a:ext cx="965039" cy="96503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A5BCCC-94E3-45D0-88B9-D262D432F8FC}">
      <dsp:nvSpPr>
        <dsp:cNvPr id="0" name=""/>
        <dsp:cNvSpPr/>
      </dsp:nvSpPr>
      <dsp:spPr>
        <a:xfrm>
          <a:off x="4750523" y="205875"/>
          <a:ext cx="553710" cy="553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19B288-079F-4354-8392-6F5C8D11F88D}">
      <dsp:nvSpPr>
        <dsp:cNvPr id="0" name=""/>
        <dsp:cNvSpPr/>
      </dsp:nvSpPr>
      <dsp:spPr>
        <a:xfrm>
          <a:off x="4236363"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Gameplay </a:t>
          </a:r>
        </a:p>
      </dsp:txBody>
      <dsp:txXfrm>
        <a:off x="4236363" y="1265836"/>
        <a:ext cx="1582031" cy="632812"/>
      </dsp:txXfrm>
    </dsp:sp>
    <dsp:sp modelId="{2A3E44BA-BA9A-4444-BA14-A50D1BFFACF4}">
      <dsp:nvSpPr>
        <dsp:cNvPr id="0" name=""/>
        <dsp:cNvSpPr/>
      </dsp:nvSpPr>
      <dsp:spPr>
        <a:xfrm>
          <a:off x="6403746" y="211"/>
          <a:ext cx="965039" cy="96503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C540A4-966E-45F2-AD58-EAA3FFF7A410}">
      <dsp:nvSpPr>
        <dsp:cNvPr id="0" name=""/>
        <dsp:cNvSpPr/>
      </dsp:nvSpPr>
      <dsp:spPr>
        <a:xfrm>
          <a:off x="6609410" y="205875"/>
          <a:ext cx="553710" cy="553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5D96BB-CDD9-40DF-92C4-FB6868C73C2F}">
      <dsp:nvSpPr>
        <dsp:cNvPr id="0" name=""/>
        <dsp:cNvSpPr/>
      </dsp:nvSpPr>
      <dsp:spPr>
        <a:xfrm>
          <a:off x="609524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Complexity and depth</a:t>
          </a:r>
        </a:p>
      </dsp:txBody>
      <dsp:txXfrm>
        <a:off x="6095249" y="1265836"/>
        <a:ext cx="1582031" cy="632812"/>
      </dsp:txXfrm>
    </dsp:sp>
    <dsp:sp modelId="{E58F4B0C-F34A-4BA4-846B-21079FA2E130}">
      <dsp:nvSpPr>
        <dsp:cNvPr id="0" name=""/>
        <dsp:cNvSpPr/>
      </dsp:nvSpPr>
      <dsp:spPr>
        <a:xfrm>
          <a:off x="3615415" y="2294156"/>
          <a:ext cx="965039" cy="965039"/>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0B115F-7304-448A-B622-04FB7FC8D96B}">
      <dsp:nvSpPr>
        <dsp:cNvPr id="0" name=""/>
        <dsp:cNvSpPr/>
      </dsp:nvSpPr>
      <dsp:spPr>
        <a:xfrm>
          <a:off x="3821080" y="2499820"/>
          <a:ext cx="553710" cy="5537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335D3B-7FBC-40B1-91E1-7A52F2EE2DF3}">
      <dsp:nvSpPr>
        <dsp:cNvPr id="0" name=""/>
        <dsp:cNvSpPr/>
      </dsp:nvSpPr>
      <dsp:spPr>
        <a:xfrm>
          <a:off x="330691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Learning outcomes</a:t>
          </a:r>
        </a:p>
      </dsp:txBody>
      <dsp:txXfrm>
        <a:off x="3306919" y="3559781"/>
        <a:ext cx="1582031" cy="632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D13DF3-AEF6-43AC-A769-6D52D9818F1E}">
      <dsp:nvSpPr>
        <dsp:cNvPr id="0" name=""/>
        <dsp:cNvSpPr/>
      </dsp:nvSpPr>
      <dsp:spPr>
        <a:xfrm>
          <a:off x="0" y="6782"/>
          <a:ext cx="8195871" cy="9886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A single-player 2D puzzle game built in Unity.</a:t>
          </a:r>
          <a:endParaRPr lang="en-US" sz="2600" kern="1200"/>
        </a:p>
      </dsp:txBody>
      <dsp:txXfrm>
        <a:off x="48262" y="55044"/>
        <a:ext cx="8099347" cy="892126"/>
      </dsp:txXfrm>
    </dsp:sp>
    <dsp:sp modelId="{5922FBAC-35BF-4C09-A9D4-45A58AE77E6D}">
      <dsp:nvSpPr>
        <dsp:cNvPr id="0" name=""/>
        <dsp:cNvSpPr/>
      </dsp:nvSpPr>
      <dsp:spPr>
        <a:xfrm>
          <a:off x="0" y="1070312"/>
          <a:ext cx="8195871" cy="98865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Players solve cryptographic challenges by decrypting messages using discovered tools.</a:t>
          </a:r>
          <a:endParaRPr lang="en-US" sz="2600" kern="1200"/>
        </a:p>
      </dsp:txBody>
      <dsp:txXfrm>
        <a:off x="48262" y="1118574"/>
        <a:ext cx="8099347" cy="892126"/>
      </dsp:txXfrm>
    </dsp:sp>
    <dsp:sp modelId="{4D65D357-88D2-4F64-8183-72DCCC822EE8}">
      <dsp:nvSpPr>
        <dsp:cNvPr id="0" name=""/>
        <dsp:cNvSpPr/>
      </dsp:nvSpPr>
      <dsp:spPr>
        <a:xfrm>
          <a:off x="0" y="2133842"/>
          <a:ext cx="8195871" cy="98865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Each room represents a new level with increasing difficulty.</a:t>
          </a:r>
          <a:endParaRPr lang="en-US" sz="2600" kern="1200"/>
        </a:p>
      </dsp:txBody>
      <dsp:txXfrm>
        <a:off x="48262" y="2182104"/>
        <a:ext cx="8099347" cy="892126"/>
      </dsp:txXfrm>
    </dsp:sp>
    <dsp:sp modelId="{083B29B3-B6F4-48FA-B933-17A2FF9BDCDE}">
      <dsp:nvSpPr>
        <dsp:cNvPr id="0" name=""/>
        <dsp:cNvSpPr/>
      </dsp:nvSpPr>
      <dsp:spPr>
        <a:xfrm>
          <a:off x="0" y="3197372"/>
          <a:ext cx="8195871" cy="9886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Players store and manage encrypted texts in an interactive inventory.</a:t>
          </a:r>
          <a:endParaRPr lang="en-US" sz="2600" kern="1200"/>
        </a:p>
      </dsp:txBody>
      <dsp:txXfrm>
        <a:off x="48262" y="3245634"/>
        <a:ext cx="8099347" cy="8921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CE954-72C4-46F6-A01E-CF7EFBA97CEC}">
      <dsp:nvSpPr>
        <dsp:cNvPr id="0" name=""/>
        <dsp:cNvSpPr/>
      </dsp:nvSpPr>
      <dsp:spPr>
        <a:xfrm>
          <a:off x="616935" y="1100"/>
          <a:ext cx="921683" cy="92168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6948F7-405D-4182-8954-FEB1DC02FD34}">
      <dsp:nvSpPr>
        <dsp:cNvPr id="0" name=""/>
        <dsp:cNvSpPr/>
      </dsp:nvSpPr>
      <dsp:spPr>
        <a:xfrm>
          <a:off x="810488" y="194654"/>
          <a:ext cx="534576" cy="5345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C005E5-E0C4-4CEE-AEE5-3CF029098B5D}">
      <dsp:nvSpPr>
        <dsp:cNvPr id="0" name=""/>
        <dsp:cNvSpPr/>
      </dsp:nvSpPr>
      <dsp:spPr>
        <a:xfrm>
          <a:off x="1736122"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Built in Unity using C# scripting.</a:t>
          </a:r>
          <a:endParaRPr lang="en-US" sz="1700" kern="1200"/>
        </a:p>
      </dsp:txBody>
      <dsp:txXfrm>
        <a:off x="1736122" y="1100"/>
        <a:ext cx="2172539" cy="921683"/>
      </dsp:txXfrm>
    </dsp:sp>
    <dsp:sp modelId="{A315B298-B4F5-4A58-A583-2E3A1C05BBE7}">
      <dsp:nvSpPr>
        <dsp:cNvPr id="0" name=""/>
        <dsp:cNvSpPr/>
      </dsp:nvSpPr>
      <dsp:spPr>
        <a:xfrm>
          <a:off x="4287209" y="1100"/>
          <a:ext cx="921683" cy="92168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962F12-8C38-48BD-B7B9-4519983D6A75}">
      <dsp:nvSpPr>
        <dsp:cNvPr id="0" name=""/>
        <dsp:cNvSpPr/>
      </dsp:nvSpPr>
      <dsp:spPr>
        <a:xfrm>
          <a:off x="4480763" y="194654"/>
          <a:ext cx="534576" cy="5345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EBE39E-5C0C-42DC-B3B4-31835FB0F93A}">
      <dsp:nvSpPr>
        <dsp:cNvPr id="0" name=""/>
        <dsp:cNvSpPr/>
      </dsp:nvSpPr>
      <dsp:spPr>
        <a:xfrm>
          <a:off x="5406396"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Game Architecture:</a:t>
          </a:r>
          <a:endParaRPr lang="en-US" sz="1700" kern="1200"/>
        </a:p>
      </dsp:txBody>
      <dsp:txXfrm>
        <a:off x="5406396" y="1100"/>
        <a:ext cx="2172539" cy="921683"/>
      </dsp:txXfrm>
    </dsp:sp>
    <dsp:sp modelId="{53F9EEFF-8C6D-4542-97F9-10AA4C483E8D}">
      <dsp:nvSpPr>
        <dsp:cNvPr id="0" name=""/>
        <dsp:cNvSpPr/>
      </dsp:nvSpPr>
      <dsp:spPr>
        <a:xfrm>
          <a:off x="616935" y="1635560"/>
          <a:ext cx="921683" cy="92168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D6B485-5DFF-4C50-8480-795816462C89}">
      <dsp:nvSpPr>
        <dsp:cNvPr id="0" name=""/>
        <dsp:cNvSpPr/>
      </dsp:nvSpPr>
      <dsp:spPr>
        <a:xfrm>
          <a:off x="810488" y="1829114"/>
          <a:ext cx="534576" cy="5345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8CE17F-AA24-4D03-8044-0379179DC9B3}">
      <dsp:nvSpPr>
        <dsp:cNvPr id="0" name=""/>
        <dsp:cNvSpPr/>
      </dsp:nvSpPr>
      <dsp:spPr>
        <a:xfrm>
          <a:off x="1736122"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 Presentation Layer: UI, Inventory, Puzzle Interface.</a:t>
          </a:r>
          <a:endParaRPr lang="en-US" sz="1700" kern="1200"/>
        </a:p>
      </dsp:txBody>
      <dsp:txXfrm>
        <a:off x="1736122" y="1635560"/>
        <a:ext cx="2172539" cy="921683"/>
      </dsp:txXfrm>
    </dsp:sp>
    <dsp:sp modelId="{02F40DD8-451C-438E-B9ED-F7F3C7E8BCCE}">
      <dsp:nvSpPr>
        <dsp:cNvPr id="0" name=""/>
        <dsp:cNvSpPr/>
      </dsp:nvSpPr>
      <dsp:spPr>
        <a:xfrm>
          <a:off x="4287209" y="1635560"/>
          <a:ext cx="921683" cy="92168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D65D92-80A5-4305-AF35-200E08A84C03}">
      <dsp:nvSpPr>
        <dsp:cNvPr id="0" name=""/>
        <dsp:cNvSpPr/>
      </dsp:nvSpPr>
      <dsp:spPr>
        <a:xfrm>
          <a:off x="4480763" y="1829114"/>
          <a:ext cx="534576" cy="5345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ABF5EE-ED48-4DDD-9444-CF148ECCE104}">
      <dsp:nvSpPr>
        <dsp:cNvPr id="0" name=""/>
        <dsp:cNvSpPr/>
      </dsp:nvSpPr>
      <dsp:spPr>
        <a:xfrm>
          <a:off x="5406396"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 Game Logic Layer: Game Manager, Room Manager, Puzzle System.</a:t>
          </a:r>
          <a:endParaRPr lang="en-US" sz="1700" kern="1200"/>
        </a:p>
      </dsp:txBody>
      <dsp:txXfrm>
        <a:off x="5406396" y="1635560"/>
        <a:ext cx="2172539" cy="921683"/>
      </dsp:txXfrm>
    </dsp:sp>
    <dsp:sp modelId="{08AEB059-270C-4C0B-AA9D-FAB7A16EE9AC}">
      <dsp:nvSpPr>
        <dsp:cNvPr id="0" name=""/>
        <dsp:cNvSpPr/>
      </dsp:nvSpPr>
      <dsp:spPr>
        <a:xfrm>
          <a:off x="616935" y="3270020"/>
          <a:ext cx="921683" cy="92168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1F07C3-A5EA-4C54-B981-4639389EE402}">
      <dsp:nvSpPr>
        <dsp:cNvPr id="0" name=""/>
        <dsp:cNvSpPr/>
      </dsp:nvSpPr>
      <dsp:spPr>
        <a:xfrm>
          <a:off x="810488" y="3463574"/>
          <a:ext cx="534576" cy="53457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5706EA-C92A-4488-ACDB-30663B354400}">
      <dsp:nvSpPr>
        <dsp:cNvPr id="0" name=""/>
        <dsp:cNvSpPr/>
      </dsp:nvSpPr>
      <dsp:spPr>
        <a:xfrm>
          <a:off x="1736122" y="327002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 Data Management Layer: Save System, Local Storage.</a:t>
          </a:r>
          <a:endParaRPr lang="en-US" sz="1700" kern="1200"/>
        </a:p>
      </dsp:txBody>
      <dsp:txXfrm>
        <a:off x="1736122" y="3270020"/>
        <a:ext cx="2172539" cy="921683"/>
      </dsp:txXfrm>
    </dsp:sp>
    <dsp:sp modelId="{02283564-0D57-462E-BCE3-267F3E94BCE1}">
      <dsp:nvSpPr>
        <dsp:cNvPr id="0" name=""/>
        <dsp:cNvSpPr/>
      </dsp:nvSpPr>
      <dsp:spPr>
        <a:xfrm>
          <a:off x="4287209" y="3270020"/>
          <a:ext cx="921683" cy="92168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008F20-CFB1-4164-BD20-B9515267BC75}">
      <dsp:nvSpPr>
        <dsp:cNvPr id="0" name=""/>
        <dsp:cNvSpPr/>
      </dsp:nvSpPr>
      <dsp:spPr>
        <a:xfrm>
          <a:off x="4480763" y="3463574"/>
          <a:ext cx="534576" cy="53457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3CD5B8-9DD8-40D1-9A6E-F4B20CF056A0}">
      <dsp:nvSpPr>
        <dsp:cNvPr id="0" name=""/>
        <dsp:cNvSpPr/>
      </dsp:nvSpPr>
      <dsp:spPr>
        <a:xfrm>
          <a:off x="5406396" y="327002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Game Data Storage: Uses local file-based storage (JSON/Game Cache).</a:t>
          </a:r>
          <a:endParaRPr lang="en-US" sz="1700" kern="1200"/>
        </a:p>
      </dsp:txBody>
      <dsp:txXfrm>
        <a:off x="5406396" y="3270020"/>
        <a:ext cx="2172539" cy="9216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742C7B-A003-44CB-9D13-D731244BFFDD}">
      <dsp:nvSpPr>
        <dsp:cNvPr id="0" name=""/>
        <dsp:cNvSpPr/>
      </dsp:nvSpPr>
      <dsp:spPr>
        <a:xfrm>
          <a:off x="715337" y="2413"/>
          <a:ext cx="3221521" cy="1932912"/>
        </a:xfrm>
        <a:prstGeom prst="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i="0" kern="1200" dirty="0">
              <a:solidFill>
                <a:srgbClr val="C00000"/>
              </a:solidFill>
            </a:rPr>
            <a:t>Challenge: </a:t>
          </a:r>
          <a:r>
            <a:rPr lang="en-US" sz="1900" b="1" i="0" kern="1200" dirty="0">
              <a:solidFill>
                <a:schemeClr val="tx1"/>
              </a:solidFill>
            </a:rPr>
            <a:t>Implementing an open-text notebook-style inventory system.</a:t>
          </a:r>
          <a:endParaRPr lang="en-US" sz="1900" kern="1200" dirty="0">
            <a:solidFill>
              <a:schemeClr val="tx1"/>
            </a:solidFill>
          </a:endParaRPr>
        </a:p>
        <a:p>
          <a:pPr marL="114300" lvl="1" indent="-114300" algn="l" defTabSz="666750">
            <a:lnSpc>
              <a:spcPct val="90000"/>
            </a:lnSpc>
            <a:spcBef>
              <a:spcPct val="0"/>
            </a:spcBef>
            <a:spcAft>
              <a:spcPct val="15000"/>
            </a:spcAft>
            <a:buChar char="•"/>
          </a:pPr>
          <a:r>
            <a:rPr lang="en-US" sz="1500" b="0" i="0" kern="1200" dirty="0">
              <a:solidFill>
                <a:srgbClr val="92D050"/>
              </a:solidFill>
            </a:rPr>
            <a:t>Solution: </a:t>
          </a:r>
          <a:r>
            <a:rPr lang="en-US" sz="1500" b="0" i="0" kern="1200" dirty="0">
              <a:solidFill>
                <a:schemeClr val="tx1"/>
              </a:solidFill>
            </a:rPr>
            <a:t>Dynamic text storage and in-game cryptographic tools.</a:t>
          </a:r>
          <a:endParaRPr lang="en-US" sz="1500" kern="1200" dirty="0">
            <a:solidFill>
              <a:schemeClr val="tx1"/>
            </a:solidFill>
          </a:endParaRPr>
        </a:p>
      </dsp:txBody>
      <dsp:txXfrm>
        <a:off x="715337" y="2413"/>
        <a:ext cx="3221521" cy="1932912"/>
      </dsp:txXfrm>
    </dsp:sp>
    <dsp:sp modelId="{E48AADA4-34BD-448A-B6E6-B9CDB396232C}">
      <dsp:nvSpPr>
        <dsp:cNvPr id="0" name=""/>
        <dsp:cNvSpPr/>
      </dsp:nvSpPr>
      <dsp:spPr>
        <a:xfrm>
          <a:off x="4259011" y="2413"/>
          <a:ext cx="3221521" cy="1932912"/>
        </a:xfrm>
        <a:prstGeom prst="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i="0" kern="1200" dirty="0">
              <a:solidFill>
                <a:srgbClr val="C00000"/>
              </a:solidFill>
            </a:rPr>
            <a:t>Challenge: </a:t>
          </a:r>
          <a:r>
            <a:rPr lang="en-US" sz="1900" b="1" i="0" kern="1200" dirty="0">
              <a:solidFill>
                <a:schemeClr val="tx1"/>
              </a:solidFill>
            </a:rPr>
            <a:t>Creating engaging and interconnected cryptographic puzzles.</a:t>
          </a:r>
          <a:endParaRPr lang="en-US" sz="1900" kern="1200" dirty="0">
            <a:solidFill>
              <a:schemeClr val="tx1"/>
            </a:solidFill>
          </a:endParaRPr>
        </a:p>
        <a:p>
          <a:pPr marL="114300" lvl="1" indent="-114300" algn="l" defTabSz="666750">
            <a:lnSpc>
              <a:spcPct val="90000"/>
            </a:lnSpc>
            <a:spcBef>
              <a:spcPct val="0"/>
            </a:spcBef>
            <a:spcAft>
              <a:spcPct val="15000"/>
            </a:spcAft>
            <a:buChar char="•"/>
          </a:pPr>
          <a:r>
            <a:rPr lang="en-US" sz="1500" b="0" i="0" kern="1200" dirty="0">
              <a:solidFill>
                <a:srgbClr val="92D050"/>
              </a:solidFill>
            </a:rPr>
            <a:t>Solution: </a:t>
          </a:r>
          <a:r>
            <a:rPr lang="en-US" sz="1500" b="0" i="0" kern="1200" dirty="0">
              <a:solidFill>
                <a:schemeClr val="tx1"/>
              </a:solidFill>
            </a:rPr>
            <a:t>Multi-step decryption puzzles requiring critical thinking.</a:t>
          </a:r>
          <a:endParaRPr lang="en-US" sz="1500" kern="1200" dirty="0">
            <a:solidFill>
              <a:schemeClr val="tx1"/>
            </a:solidFill>
          </a:endParaRPr>
        </a:p>
      </dsp:txBody>
      <dsp:txXfrm>
        <a:off x="4259011" y="2413"/>
        <a:ext cx="3221521" cy="1932912"/>
      </dsp:txXfrm>
    </dsp:sp>
    <dsp:sp modelId="{BF203CC7-4FC9-431B-84C5-DBF54FBDFD83}">
      <dsp:nvSpPr>
        <dsp:cNvPr id="0" name=""/>
        <dsp:cNvSpPr/>
      </dsp:nvSpPr>
      <dsp:spPr>
        <a:xfrm>
          <a:off x="2487174" y="2257478"/>
          <a:ext cx="3221521" cy="1932912"/>
        </a:xfrm>
        <a:prstGeom prst="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i="0" kern="1200" dirty="0">
              <a:solidFill>
                <a:srgbClr val="C00000"/>
              </a:solidFill>
            </a:rPr>
            <a:t>Challenge: </a:t>
          </a:r>
          <a:r>
            <a:rPr lang="en-US" sz="1900" b="1" i="0" kern="1200" dirty="0">
              <a:solidFill>
                <a:schemeClr val="tx1"/>
              </a:solidFill>
            </a:rPr>
            <a:t>Teaching cryptography without overwhelming players.</a:t>
          </a:r>
          <a:endParaRPr lang="en-US" sz="1900" kern="1200" dirty="0">
            <a:solidFill>
              <a:schemeClr val="tx1"/>
            </a:solidFill>
          </a:endParaRPr>
        </a:p>
        <a:p>
          <a:pPr marL="114300" lvl="1" indent="-114300" algn="l" defTabSz="666750">
            <a:lnSpc>
              <a:spcPct val="90000"/>
            </a:lnSpc>
            <a:spcBef>
              <a:spcPct val="0"/>
            </a:spcBef>
            <a:spcAft>
              <a:spcPct val="15000"/>
            </a:spcAft>
            <a:buChar char="•"/>
          </a:pPr>
          <a:r>
            <a:rPr lang="en-US" sz="1500" b="0" i="0" kern="1200" dirty="0">
              <a:solidFill>
                <a:srgbClr val="92D050"/>
              </a:solidFill>
            </a:rPr>
            <a:t>Solution: </a:t>
          </a:r>
          <a:r>
            <a:rPr lang="en-US" sz="1500" b="0" i="0" kern="1200" dirty="0">
              <a:solidFill>
                <a:schemeClr val="tx1"/>
              </a:solidFill>
            </a:rPr>
            <a:t>Gradual learning, interactive tutorials, and guided hints.</a:t>
          </a:r>
          <a:endParaRPr lang="en-US" sz="1500" kern="1200" dirty="0">
            <a:solidFill>
              <a:schemeClr val="tx1"/>
            </a:solidFill>
          </a:endParaRPr>
        </a:p>
      </dsp:txBody>
      <dsp:txXfrm>
        <a:off x="2487174" y="2257478"/>
        <a:ext cx="3221521" cy="19329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5E480-EC57-4457-8558-286D9CAA3E4F}">
      <dsp:nvSpPr>
        <dsp:cNvPr id="0" name=""/>
        <dsp:cNvSpPr/>
      </dsp:nvSpPr>
      <dsp:spPr>
        <a:xfrm>
          <a:off x="2001533" y="0"/>
          <a:ext cx="4192805" cy="419280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DE3D0-3F1B-496A-8B48-B6CCEA966763}">
      <dsp:nvSpPr>
        <dsp:cNvPr id="0" name=""/>
        <dsp:cNvSpPr/>
      </dsp:nvSpPr>
      <dsp:spPr>
        <a:xfrm>
          <a:off x="1064828" y="398316"/>
          <a:ext cx="1635193" cy="163519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Verification</a:t>
          </a:r>
          <a:endParaRPr lang="en-US" sz="1700" kern="1200"/>
        </a:p>
      </dsp:txBody>
      <dsp:txXfrm>
        <a:off x="1144652" y="478140"/>
        <a:ext cx="1475545" cy="1475545"/>
      </dsp:txXfrm>
    </dsp:sp>
    <dsp:sp modelId="{037780E8-A859-4848-8928-76EA063FAE3D}">
      <dsp:nvSpPr>
        <dsp:cNvPr id="0" name=""/>
        <dsp:cNvSpPr/>
      </dsp:nvSpPr>
      <dsp:spPr>
        <a:xfrm>
          <a:off x="4160827" y="398316"/>
          <a:ext cx="1635193" cy="163519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Ensuring game functions as intended (Unit Testing, Playtesting).</a:t>
          </a:r>
        </a:p>
      </dsp:txBody>
      <dsp:txXfrm>
        <a:off x="4240651" y="478140"/>
        <a:ext cx="1475545" cy="1475545"/>
      </dsp:txXfrm>
    </dsp:sp>
    <dsp:sp modelId="{4B4C2996-8FE8-4B47-9438-865B38DF81C2}">
      <dsp:nvSpPr>
        <dsp:cNvPr id="0" name=""/>
        <dsp:cNvSpPr/>
      </dsp:nvSpPr>
      <dsp:spPr>
        <a:xfrm>
          <a:off x="1028248" y="2214155"/>
          <a:ext cx="1635193" cy="163519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Evaluation</a:t>
          </a:r>
          <a:endParaRPr lang="en-US" sz="1700" kern="1200" dirty="0"/>
        </a:p>
      </dsp:txBody>
      <dsp:txXfrm>
        <a:off x="1108072" y="2293979"/>
        <a:ext cx="1475545" cy="1475545"/>
      </dsp:txXfrm>
    </dsp:sp>
    <dsp:sp modelId="{7C5F7ECA-CFFB-4102-A4DE-74FE3A782373}">
      <dsp:nvSpPr>
        <dsp:cNvPr id="0" name=""/>
        <dsp:cNvSpPr/>
      </dsp:nvSpPr>
      <dsp:spPr>
        <a:xfrm>
          <a:off x="4160827" y="2159294"/>
          <a:ext cx="1635193" cy="163519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Measuring effectiveness through player feedback and engagement.</a:t>
          </a:r>
        </a:p>
      </dsp:txBody>
      <dsp:txXfrm>
        <a:off x="4240651" y="2239118"/>
        <a:ext cx="1475545" cy="147554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2b1853d445_1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2b1853d44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360"/>
              </a:spcBef>
              <a:spcAft>
                <a:spcPts val="0"/>
              </a:spcAft>
              <a:buClr>
                <a:schemeClr val="dk1"/>
              </a:buClr>
              <a:buSzPts val="1100"/>
              <a:buFont typeface="Arial"/>
              <a:buNone/>
            </a:pPr>
            <a:r>
              <a:rPr lang="en-US" sz="2500">
                <a:solidFill>
                  <a:schemeClr val="dk1"/>
                </a:solidFill>
                <a:latin typeface="Calibri"/>
                <a:ea typeface="Calibri"/>
                <a:cs typeface="Calibri"/>
                <a:sym typeface="Calibri"/>
              </a:rPr>
              <a:t>we plan to use the stimulation of games and the visual use of cryptography tools to help student understand the basics of cryptography to ease the way for the more complex lessons in the future</a:t>
            </a:r>
            <a:endParaRPr sz="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2b1853d44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2b1853d4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228600" algn="l" rtl="0">
              <a:spcBef>
                <a:spcPts val="0"/>
              </a:spcBef>
              <a:spcAft>
                <a:spcPts val="0"/>
              </a:spcAft>
              <a:buClr>
                <a:schemeClr val="dk1"/>
              </a:buClr>
              <a:buSzPts val="1400"/>
              <a:buChar char="•"/>
            </a:pPr>
            <a:r>
              <a:rPr lang="en-US" sz="1400">
                <a:solidFill>
                  <a:schemeClr val="dk1"/>
                </a:solidFill>
                <a:latin typeface="Calibri"/>
                <a:ea typeface="Calibri"/>
                <a:cs typeface="Calibri"/>
                <a:sym typeface="Calibri"/>
              </a:rPr>
              <a:t>Present the architecture overview diagram.</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Explain the three-layer structure: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Presentation Layer: UI components like Inventory and Puzzle Interface.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Game Logic Layer: Manages game flow and logic.</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Data Management Layer: Saves player progress and game state.</a:t>
            </a:r>
            <a:endParaRPr sz="1400">
              <a:solidFill>
                <a:schemeClr val="dk1"/>
              </a:solidFill>
              <a:latin typeface="Calibri"/>
              <a:ea typeface="Calibri"/>
              <a:cs typeface="Calibri"/>
              <a:sym typeface="Calibri"/>
            </a:endParaRPr>
          </a:p>
          <a:p>
            <a:pPr marL="0" lvl="0" indent="0" algn="l" rtl="0">
              <a:spcBef>
                <a:spcPts val="0"/>
              </a:spcBef>
              <a:spcAft>
                <a:spcPts val="0"/>
              </a:spcAft>
              <a:buNone/>
            </a:pPr>
            <a:endParaRPr sz="1400"/>
          </a:p>
        </p:txBody>
      </p:sp>
      <p:sp>
        <p:nvSpPr>
          <p:cNvPr id="148" name="Google Shape;14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2b1853d445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228600" algn="l" rtl="0">
              <a:spcBef>
                <a:spcPts val="0"/>
              </a:spcBef>
              <a:spcAft>
                <a:spcPts val="0"/>
              </a:spcAft>
              <a:buClr>
                <a:schemeClr val="dk1"/>
              </a:buClr>
              <a:buSzPts val="1400"/>
              <a:buChar char="•"/>
            </a:pPr>
            <a:r>
              <a:rPr lang="en-US" sz="1400">
                <a:solidFill>
                  <a:schemeClr val="dk1"/>
                </a:solidFill>
                <a:latin typeface="Calibri"/>
                <a:ea typeface="Calibri"/>
                <a:cs typeface="Calibri"/>
                <a:sym typeface="Calibri"/>
              </a:rPr>
              <a:t>Present the architecture overview diagram.</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Explain the three-layer structure: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Presentation Layer: UI components like Inventory and Puzzle Interface.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Game Logic Layer: Manages game flow and logic.</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Data Management Layer: Saves player progress and game state.</a:t>
            </a:r>
            <a:endParaRPr sz="1400">
              <a:solidFill>
                <a:schemeClr val="dk1"/>
              </a:solidFill>
              <a:latin typeface="Calibri"/>
              <a:ea typeface="Calibri"/>
              <a:cs typeface="Calibri"/>
              <a:sym typeface="Calibri"/>
            </a:endParaRPr>
          </a:p>
          <a:p>
            <a:pPr marL="0" lvl="0" indent="0" algn="l" rtl="0">
              <a:spcBef>
                <a:spcPts val="0"/>
              </a:spcBef>
              <a:spcAft>
                <a:spcPts val="0"/>
              </a:spcAft>
              <a:buNone/>
            </a:pPr>
            <a:endParaRPr sz="1400"/>
          </a:p>
        </p:txBody>
      </p:sp>
      <p:sp>
        <p:nvSpPr>
          <p:cNvPr id="154" name="Google Shape;154;g32b1853d445_3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2b1853d445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228600" algn="l" rtl="0">
              <a:spcBef>
                <a:spcPts val="0"/>
              </a:spcBef>
              <a:spcAft>
                <a:spcPts val="0"/>
              </a:spcAft>
              <a:buClr>
                <a:schemeClr val="dk1"/>
              </a:buClr>
              <a:buSzPts val="1400"/>
              <a:buChar char="•"/>
            </a:pPr>
            <a:r>
              <a:rPr lang="en-US" sz="1400">
                <a:solidFill>
                  <a:schemeClr val="dk1"/>
                </a:solidFill>
                <a:latin typeface="Calibri"/>
                <a:ea typeface="Calibri"/>
                <a:cs typeface="Calibri"/>
                <a:sym typeface="Calibri"/>
              </a:rPr>
              <a:t>Present the architecture overview diagram.</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Explain the three-layer structure: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Presentation Layer: UI components like Inventory and Puzzle Interface.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Game Logic Layer: Manages game flow and logic.</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Data Management Layer: Saves player progress and game state.</a:t>
            </a:r>
            <a:endParaRPr sz="1400">
              <a:solidFill>
                <a:schemeClr val="dk1"/>
              </a:solidFill>
              <a:latin typeface="Calibri"/>
              <a:ea typeface="Calibri"/>
              <a:cs typeface="Calibri"/>
              <a:sym typeface="Calibri"/>
            </a:endParaRPr>
          </a:p>
          <a:p>
            <a:pPr marL="0" lvl="0" indent="0" algn="l" rtl="0">
              <a:spcBef>
                <a:spcPts val="0"/>
              </a:spcBef>
              <a:spcAft>
                <a:spcPts val="0"/>
              </a:spcAft>
              <a:buNone/>
            </a:pPr>
            <a:endParaRPr sz="1400"/>
          </a:p>
        </p:txBody>
      </p:sp>
      <p:sp>
        <p:nvSpPr>
          <p:cNvPr id="160" name="Google Shape;160;g32b1853d445_3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2b1853d445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228600" algn="l" rtl="0">
              <a:spcBef>
                <a:spcPts val="0"/>
              </a:spcBef>
              <a:spcAft>
                <a:spcPts val="0"/>
              </a:spcAft>
              <a:buClr>
                <a:schemeClr val="dk1"/>
              </a:buClr>
              <a:buSzPts val="1400"/>
              <a:buChar char="•"/>
            </a:pPr>
            <a:r>
              <a:rPr lang="en-US" sz="1400">
                <a:solidFill>
                  <a:schemeClr val="dk1"/>
                </a:solidFill>
                <a:latin typeface="Calibri"/>
                <a:ea typeface="Calibri"/>
                <a:cs typeface="Calibri"/>
                <a:sym typeface="Calibri"/>
              </a:rPr>
              <a:t>Present the architecture overview diagram.</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Explain the three-layer structure: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Presentation Layer: UI components like Inventory and Puzzle Interface.</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Game Logic Layer: Manages game flow and logic.</a:t>
            </a:r>
            <a:endParaRPr sz="1400">
              <a:solidFill>
                <a:schemeClr val="dk1"/>
              </a:solidFill>
              <a:latin typeface="Calibri"/>
              <a:ea typeface="Calibri"/>
              <a:cs typeface="Calibri"/>
              <a:sym typeface="Calibri"/>
            </a:endParaRPr>
          </a:p>
          <a:p>
            <a:pPr marL="342900" lvl="0" indent="-228600" algn="l" rtl="0">
              <a:spcBef>
                <a:spcPts val="640"/>
              </a:spcBef>
              <a:spcAft>
                <a:spcPts val="0"/>
              </a:spcAft>
              <a:buClr>
                <a:schemeClr val="dk1"/>
              </a:buClr>
              <a:buSzPts val="1400"/>
              <a:buChar char="•"/>
            </a:pPr>
            <a:r>
              <a:rPr lang="en-US" sz="1400">
                <a:solidFill>
                  <a:schemeClr val="dk1"/>
                </a:solidFill>
                <a:latin typeface="Calibri"/>
                <a:ea typeface="Calibri"/>
                <a:cs typeface="Calibri"/>
                <a:sym typeface="Calibri"/>
              </a:rPr>
              <a:t>- Data Management Layer: Saves player progress and game state.</a:t>
            </a:r>
            <a:endParaRPr sz="1400">
              <a:solidFill>
                <a:schemeClr val="dk1"/>
              </a:solidFill>
              <a:latin typeface="Calibri"/>
              <a:ea typeface="Calibri"/>
              <a:cs typeface="Calibri"/>
              <a:sym typeface="Calibri"/>
            </a:endParaRPr>
          </a:p>
          <a:p>
            <a:pPr marL="0" lvl="0" indent="0" algn="l" rtl="0">
              <a:spcBef>
                <a:spcPts val="0"/>
              </a:spcBef>
              <a:spcAft>
                <a:spcPts val="0"/>
              </a:spcAft>
              <a:buNone/>
            </a:pPr>
            <a:endParaRPr sz="1400"/>
          </a:p>
        </p:txBody>
      </p:sp>
      <p:sp>
        <p:nvSpPr>
          <p:cNvPr id="166" name="Google Shape;166;g32b1853d445_3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247650" algn="l" rtl="0">
              <a:spcBef>
                <a:spcPts val="0"/>
              </a:spcBef>
              <a:spcAft>
                <a:spcPts val="0"/>
              </a:spcAft>
              <a:buClr>
                <a:schemeClr val="dk1"/>
              </a:buClr>
              <a:buSzPts val="1700"/>
              <a:buChar char="•"/>
            </a:pPr>
            <a:r>
              <a:rPr lang="en-US" sz="1700">
                <a:solidFill>
                  <a:schemeClr val="dk1"/>
                </a:solidFill>
                <a:latin typeface="Calibri"/>
                <a:ea typeface="Calibri"/>
                <a:cs typeface="Calibri"/>
                <a:sym typeface="Calibri"/>
              </a:rPr>
              <a:t>Step 1: Player enters Room 1 (Beginner Level) and finds the first puzzle.</a:t>
            </a:r>
            <a:endParaRPr sz="1700">
              <a:solidFill>
                <a:schemeClr val="dk1"/>
              </a:solidFill>
              <a:latin typeface="Calibri"/>
              <a:ea typeface="Calibri"/>
              <a:cs typeface="Calibri"/>
              <a:sym typeface="Calibri"/>
            </a:endParaRPr>
          </a:p>
          <a:p>
            <a:pPr marL="342900" lvl="0" indent="-247650" algn="l" rtl="0">
              <a:spcBef>
                <a:spcPts val="640"/>
              </a:spcBef>
              <a:spcAft>
                <a:spcPts val="0"/>
              </a:spcAft>
              <a:buClr>
                <a:schemeClr val="dk1"/>
              </a:buClr>
              <a:buSzPts val="1700"/>
              <a:buChar char="•"/>
            </a:pPr>
            <a:r>
              <a:rPr lang="en-US" sz="1700">
                <a:solidFill>
                  <a:schemeClr val="dk1"/>
                </a:solidFill>
                <a:latin typeface="Calibri"/>
                <a:ea typeface="Calibri"/>
                <a:cs typeface="Calibri"/>
                <a:sym typeface="Calibri"/>
              </a:rPr>
              <a:t>Step 2: Player discovers a cryptographic tool (e.g., Caesar Cipher).</a:t>
            </a:r>
            <a:endParaRPr sz="1700">
              <a:solidFill>
                <a:schemeClr val="dk1"/>
              </a:solidFill>
              <a:latin typeface="Calibri"/>
              <a:ea typeface="Calibri"/>
              <a:cs typeface="Calibri"/>
              <a:sym typeface="Calibri"/>
            </a:endParaRPr>
          </a:p>
          <a:p>
            <a:pPr marL="342900" lvl="0" indent="-247650" algn="l" rtl="0">
              <a:spcBef>
                <a:spcPts val="640"/>
              </a:spcBef>
              <a:spcAft>
                <a:spcPts val="0"/>
              </a:spcAft>
              <a:buClr>
                <a:schemeClr val="dk1"/>
              </a:buClr>
              <a:buSzPts val="1700"/>
              <a:buChar char="•"/>
            </a:pPr>
            <a:r>
              <a:rPr lang="en-US" sz="1700">
                <a:solidFill>
                  <a:schemeClr val="dk1"/>
                </a:solidFill>
                <a:latin typeface="Calibri"/>
                <a:ea typeface="Calibri"/>
                <a:cs typeface="Calibri"/>
                <a:sym typeface="Calibri"/>
              </a:rPr>
              <a:t>Step 3: Player solves puzzles and unlocks the next room.</a:t>
            </a:r>
            <a:endParaRPr sz="1700">
              <a:solidFill>
                <a:schemeClr val="dk1"/>
              </a:solidFill>
              <a:latin typeface="Calibri"/>
              <a:ea typeface="Calibri"/>
              <a:cs typeface="Calibri"/>
              <a:sym typeface="Calibri"/>
            </a:endParaRPr>
          </a:p>
          <a:p>
            <a:pPr marL="342900" lvl="0" indent="-247650" algn="l" rtl="0">
              <a:spcBef>
                <a:spcPts val="640"/>
              </a:spcBef>
              <a:spcAft>
                <a:spcPts val="0"/>
              </a:spcAft>
              <a:buClr>
                <a:schemeClr val="dk1"/>
              </a:buClr>
              <a:buSzPts val="1700"/>
              <a:buChar char="•"/>
            </a:pPr>
            <a:r>
              <a:rPr lang="en-US" sz="1700">
                <a:solidFill>
                  <a:schemeClr val="dk1"/>
                </a:solidFill>
                <a:latin typeface="Calibri"/>
                <a:ea typeface="Calibri"/>
                <a:cs typeface="Calibri"/>
                <a:sym typeface="Calibri"/>
              </a:rPr>
              <a:t>Step 4: New tools are introduced, requiring the player to revisit previous rooms.</a:t>
            </a:r>
            <a:endParaRPr sz="1700">
              <a:solidFill>
                <a:schemeClr val="dk1"/>
              </a:solidFill>
              <a:latin typeface="Calibri"/>
              <a:ea typeface="Calibri"/>
              <a:cs typeface="Calibri"/>
              <a:sym typeface="Calibri"/>
            </a:endParaRPr>
          </a:p>
          <a:p>
            <a:pPr marL="342900" lvl="0" indent="-247650" algn="l" rtl="0">
              <a:spcBef>
                <a:spcPts val="640"/>
              </a:spcBef>
              <a:spcAft>
                <a:spcPts val="0"/>
              </a:spcAft>
              <a:buClr>
                <a:schemeClr val="dk1"/>
              </a:buClr>
              <a:buSzPts val="1700"/>
              <a:buChar char="•"/>
            </a:pPr>
            <a:r>
              <a:rPr lang="en-US" sz="1700">
                <a:solidFill>
                  <a:schemeClr val="dk1"/>
                </a:solidFill>
                <a:latin typeface="Calibri"/>
                <a:ea typeface="Calibri"/>
                <a:cs typeface="Calibri"/>
                <a:sym typeface="Calibri"/>
              </a:rPr>
              <a:t>Step 5: Final Graduation Room – Completing all puzzles grants full graduation attire.</a:t>
            </a:r>
            <a:endParaRPr sz="1700">
              <a:solidFill>
                <a:schemeClr val="dk1"/>
              </a:solidFill>
              <a:latin typeface="Calibri"/>
              <a:ea typeface="Calibri"/>
              <a:cs typeface="Calibri"/>
              <a:sym typeface="Calibri"/>
            </a:endParaRPr>
          </a:p>
          <a:p>
            <a:pPr marL="0" lvl="0" indent="0" algn="l" rtl="0">
              <a:spcBef>
                <a:spcPts val="0"/>
              </a:spcBef>
              <a:spcAft>
                <a:spcPts val="0"/>
              </a:spcAft>
              <a:buNone/>
            </a:pPr>
            <a:endParaRPr sz="1700"/>
          </a:p>
        </p:txBody>
      </p:sp>
      <p:sp>
        <p:nvSpPr>
          <p:cNvPr id="172" name="Google Shape;17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2b1853d445_2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g32b1853d445_2_3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7"/>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1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18"/>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9"/>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1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20"/>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1"/>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21"/>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21"/>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21"/>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4"/>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1792288" y="612775"/>
            <a:ext cx="5486400" cy="4114800"/>
          </a:xfrm>
          <a:prstGeom prst="rect">
            <a:avLst/>
          </a:prstGeom>
          <a:noFill/>
          <a:ln>
            <a:noFill/>
          </a:ln>
        </p:spPr>
      </p:sp>
      <p:sp>
        <p:nvSpPr>
          <p:cNvPr id="64" name="Google Shape;64;p25"/>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sym typeface="Calibri"/>
              </a:defRPr>
            </a:lvl1pPr>
            <a:lvl2pPr marL="0" marR="0" lvl="1" indent="0" algn="r">
              <a:spcBef>
                <a:spcPts val="0"/>
              </a:spcBef>
              <a:buNone/>
              <a:defRPr sz="1200" b="0" i="0" u="none" strike="noStrike" cap="none">
                <a:solidFill>
                  <a:srgbClr val="888888"/>
                </a:solidFill>
                <a:latin typeface="Calibri"/>
                <a:ea typeface="Calibri"/>
                <a:cs typeface="Calibri"/>
                <a:sym typeface="Calibri"/>
              </a:defRPr>
            </a:lvl2pPr>
            <a:lvl3pPr marL="0" marR="0" lvl="2" indent="0" algn="r">
              <a:spcBef>
                <a:spcPts val="0"/>
              </a:spcBef>
              <a:buNone/>
              <a:defRPr sz="1200" b="0" i="0" u="none" strike="noStrike" cap="none">
                <a:solidFill>
                  <a:srgbClr val="888888"/>
                </a:solidFill>
                <a:latin typeface="Calibri"/>
                <a:ea typeface="Calibri"/>
                <a:cs typeface="Calibri"/>
                <a:sym typeface="Calibri"/>
              </a:defRPr>
            </a:lvl3pPr>
            <a:lvl4pPr marL="0" marR="0" lvl="3" indent="0" algn="r">
              <a:spcBef>
                <a:spcPts val="0"/>
              </a:spcBef>
              <a:buNone/>
              <a:defRPr sz="1200" b="0" i="0" u="none" strike="noStrike" cap="none">
                <a:solidFill>
                  <a:srgbClr val="888888"/>
                </a:solidFill>
                <a:latin typeface="Calibri"/>
                <a:ea typeface="Calibri"/>
                <a:cs typeface="Calibri"/>
                <a:sym typeface="Calibri"/>
              </a:defRPr>
            </a:lvl4pPr>
            <a:lvl5pPr marL="0" marR="0" lvl="4" indent="0" algn="r">
              <a:spcBef>
                <a:spcPts val="0"/>
              </a:spcBef>
              <a:buNone/>
              <a:defRPr sz="1200" b="0" i="0" u="none" strike="noStrike" cap="none">
                <a:solidFill>
                  <a:srgbClr val="888888"/>
                </a:solidFill>
                <a:latin typeface="Calibri"/>
                <a:ea typeface="Calibri"/>
                <a:cs typeface="Calibri"/>
                <a:sym typeface="Calibri"/>
              </a:defRPr>
            </a:lvl5pPr>
            <a:lvl6pPr marL="0" marR="0" lvl="5" indent="0" algn="r">
              <a:spcBef>
                <a:spcPts val="0"/>
              </a:spcBef>
              <a:buNone/>
              <a:defRPr sz="1200" b="0" i="0" u="none" strike="noStrike" cap="none">
                <a:solidFill>
                  <a:srgbClr val="888888"/>
                </a:solidFill>
                <a:latin typeface="Calibri"/>
                <a:ea typeface="Calibri"/>
                <a:cs typeface="Calibri"/>
                <a:sym typeface="Calibri"/>
              </a:defRPr>
            </a:lvl6pPr>
            <a:lvl7pPr marL="0" marR="0" lvl="6" indent="0" algn="r">
              <a:spcBef>
                <a:spcPts val="0"/>
              </a:spcBef>
              <a:buNone/>
              <a:defRPr sz="1200" b="0" i="0" u="none" strike="noStrike" cap="none">
                <a:solidFill>
                  <a:srgbClr val="888888"/>
                </a:solidFill>
                <a:latin typeface="Calibri"/>
                <a:ea typeface="Calibri"/>
                <a:cs typeface="Calibri"/>
                <a:sym typeface="Calibri"/>
              </a:defRPr>
            </a:lvl7pPr>
            <a:lvl8pPr marL="0" marR="0" lvl="7" indent="0" algn="r">
              <a:spcBef>
                <a:spcPts val="0"/>
              </a:spcBef>
              <a:buNone/>
              <a:defRPr sz="1200" b="0" i="0" u="none" strike="noStrike" cap="none">
                <a:solidFill>
                  <a:srgbClr val="888888"/>
                </a:solidFill>
                <a:latin typeface="Calibri"/>
                <a:ea typeface="Calibri"/>
                <a:cs typeface="Calibri"/>
                <a:sym typeface="Calibri"/>
              </a:defRPr>
            </a:lvl8pPr>
            <a:lvl9pPr marL="0" marR="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8" Type="http://schemas.openxmlformats.org/officeDocument/2006/relationships/comments" Target="../comments/comment2.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Enigma Academy </a:t>
            </a:r>
            <a:endParaRPr/>
          </a:p>
        </p:txBody>
      </p:sp>
      <p:sp>
        <p:nvSpPr>
          <p:cNvPr id="85" name="Google Shape;85;p1"/>
          <p:cNvSpPr txBox="1">
            <a:spLocks noGrp="1"/>
          </p:cNvSpPr>
          <p:nvPr>
            <p:ph type="body" idx="1"/>
          </p:nvPr>
        </p:nvSpPr>
        <p:spPr>
          <a:xfrm>
            <a:off x="561275" y="3015500"/>
            <a:ext cx="8229600" cy="3301200"/>
          </a:xfrm>
          <a:prstGeom prst="rect">
            <a:avLst/>
          </a:prstGeom>
          <a:noFill/>
          <a:ln>
            <a:noFill/>
          </a:ln>
        </p:spPr>
        <p:txBody>
          <a:bodyPr spcFirstLastPara="1" wrap="square" lIns="91425" tIns="45700" rIns="91425" bIns="45700" anchor="t" anchorCtr="0">
            <a:normAutofit/>
          </a:bodyPr>
          <a:lstStyle/>
          <a:p>
            <a:pPr marL="0" lvl="0" indent="0" algn="l" rtl="0">
              <a:spcBef>
                <a:spcPts val="640"/>
              </a:spcBef>
              <a:spcAft>
                <a:spcPts val="0"/>
              </a:spcAft>
              <a:buNone/>
            </a:pPr>
            <a:r>
              <a:rPr lang="en-US" sz="2800">
                <a:solidFill>
                  <a:schemeClr val="dk1"/>
                </a:solidFill>
                <a:latin typeface="Calibri"/>
                <a:ea typeface="Calibri"/>
                <a:cs typeface="Calibri"/>
                <a:sym typeface="Calibri"/>
              </a:rPr>
              <a:t>Ort Braude College, Software Engineering Department</a:t>
            </a:r>
            <a:endParaRPr sz="2800">
              <a:solidFill>
                <a:schemeClr val="dk1"/>
              </a:solidFill>
              <a:latin typeface="Calibri"/>
              <a:ea typeface="Calibri"/>
              <a:cs typeface="Calibri"/>
              <a:sym typeface="Calibri"/>
            </a:endParaRPr>
          </a:p>
          <a:p>
            <a:pPr marL="0" lvl="0" indent="0" algn="l" rtl="0">
              <a:spcBef>
                <a:spcPts val="640"/>
              </a:spcBef>
              <a:spcAft>
                <a:spcPts val="0"/>
              </a:spcAft>
              <a:buNone/>
            </a:pPr>
            <a:endParaRPr sz="2800"/>
          </a:p>
          <a:p>
            <a:pPr marL="0" lvl="0" indent="0" algn="l" rtl="0">
              <a:spcBef>
                <a:spcPts val="640"/>
              </a:spcBef>
              <a:spcAft>
                <a:spcPts val="0"/>
              </a:spcAft>
              <a:buNone/>
            </a:pPr>
            <a:r>
              <a:rPr lang="en-US" sz="2400">
                <a:solidFill>
                  <a:schemeClr val="dk1"/>
                </a:solidFill>
                <a:latin typeface="Calibri"/>
                <a:ea typeface="Calibri"/>
                <a:cs typeface="Calibri"/>
                <a:sym typeface="Calibri"/>
              </a:rPr>
              <a:t>Abed Ellateef Zoabi</a:t>
            </a:r>
            <a:endParaRPr sz="2400"/>
          </a:p>
          <a:p>
            <a:pPr marL="0" lvl="0" indent="0" algn="l" rtl="0">
              <a:spcBef>
                <a:spcPts val="640"/>
              </a:spcBef>
              <a:spcAft>
                <a:spcPts val="0"/>
              </a:spcAft>
              <a:buNone/>
            </a:pPr>
            <a:r>
              <a:rPr lang="en-US" sz="2400">
                <a:solidFill>
                  <a:schemeClr val="dk1"/>
                </a:solidFill>
                <a:latin typeface="Calibri"/>
                <a:ea typeface="Calibri"/>
                <a:cs typeface="Calibri"/>
                <a:sym typeface="Calibri"/>
              </a:rPr>
              <a:t>Firas Amaria</a:t>
            </a:r>
            <a:endParaRPr sz="2400">
              <a:solidFill>
                <a:schemeClr val="dk1"/>
              </a:solidFill>
              <a:latin typeface="Calibri"/>
              <a:ea typeface="Calibri"/>
              <a:cs typeface="Calibri"/>
              <a:sym typeface="Calibri"/>
            </a:endParaRPr>
          </a:p>
          <a:p>
            <a:pPr marL="0" lvl="0" indent="0" algn="l" rtl="0">
              <a:spcBef>
                <a:spcPts val="640"/>
              </a:spcBef>
              <a:spcAft>
                <a:spcPts val="0"/>
              </a:spcAft>
              <a:buNone/>
            </a:pPr>
            <a:endParaRPr sz="2400"/>
          </a:p>
          <a:p>
            <a:pPr marL="0" lvl="0" indent="0" algn="l" rtl="0">
              <a:spcBef>
                <a:spcPts val="640"/>
              </a:spcBef>
              <a:spcAft>
                <a:spcPts val="0"/>
              </a:spcAft>
              <a:buNone/>
            </a:pPr>
            <a:r>
              <a:rPr lang="en-US" sz="3200">
                <a:solidFill>
                  <a:schemeClr val="dk1"/>
                </a:solidFill>
                <a:latin typeface="Calibri"/>
                <a:ea typeface="Calibri"/>
                <a:cs typeface="Calibri"/>
                <a:sym typeface="Calibri"/>
              </a:rPr>
              <a:t>Advisor: Moshe Sulamy</a:t>
            </a:r>
            <a:endParaRPr/>
          </a:p>
          <a:p>
            <a:pPr marL="0" lvl="0" indent="0" algn="l" rtl="0">
              <a:spcBef>
                <a:spcPts val="640"/>
              </a:spcBef>
              <a:spcAft>
                <a:spcPts val="0"/>
              </a:spcAft>
              <a:buNone/>
            </a:pPr>
            <a:endParaRPr/>
          </a:p>
        </p:txBody>
      </p:sp>
      <p:pic>
        <p:nvPicPr>
          <p:cNvPr id="86" name="Google Shape;86;p1"/>
          <p:cNvPicPr preferRelativeResize="0"/>
          <p:nvPr/>
        </p:nvPicPr>
        <p:blipFill>
          <a:blip r:embed="rId3">
            <a:alphaModFix/>
          </a:blip>
          <a:stretch>
            <a:fillRect/>
          </a:stretch>
        </p:blipFill>
        <p:spPr>
          <a:xfrm>
            <a:off x="6392975" y="5544225"/>
            <a:ext cx="2450225" cy="582075"/>
          </a:xfrm>
          <a:prstGeom prst="rect">
            <a:avLst/>
          </a:prstGeom>
          <a:noFill/>
          <a:ln>
            <a:noFill/>
          </a:ln>
        </p:spPr>
      </p:pic>
      <p:pic>
        <p:nvPicPr>
          <p:cNvPr id="87" name="Google Shape;87;p1"/>
          <p:cNvPicPr preferRelativeResize="0"/>
          <p:nvPr/>
        </p:nvPicPr>
        <p:blipFill rotWithShape="1">
          <a:blip r:embed="rId4">
            <a:alphaModFix/>
          </a:blip>
          <a:srcRect l="20958" t="39777" r="24235" b="16338"/>
          <a:stretch/>
        </p:blipFill>
        <p:spPr>
          <a:xfrm>
            <a:off x="3413600" y="1279778"/>
            <a:ext cx="2019600" cy="1621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1"/>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4" name="Google Shape;94;p2"/>
          <p:cNvPicPr preferRelativeResize="0"/>
          <p:nvPr/>
        </p:nvPicPr>
        <p:blipFill>
          <a:blip r:embed="rId3"/>
          <a:srcRect l="17938" t="6484" r="32194" b="-1"/>
          <a:stretch/>
        </p:blipFill>
        <p:spPr>
          <a:xfrm>
            <a:off x="20" y="10"/>
            <a:ext cx="6501364" cy="6857990"/>
          </a:xfrm>
          <a:prstGeom prst="rect">
            <a:avLst/>
          </a:prstGeom>
          <a:noFill/>
        </p:spPr>
      </p:pic>
      <p:sp>
        <p:nvSpPr>
          <p:cNvPr id="115" name="Rectangle 114">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3739" y="0"/>
            <a:ext cx="6360260"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Google Shape;92;p2"/>
          <p:cNvSpPr txBox="1">
            <a:spLocks noGrp="1"/>
          </p:cNvSpPr>
          <p:nvPr>
            <p:ph type="title"/>
          </p:nvPr>
        </p:nvSpPr>
        <p:spPr>
          <a:xfrm>
            <a:off x="5886450" y="1122363"/>
            <a:ext cx="3017520" cy="3204134"/>
          </a:xfrm>
          <a:prstGeom prst="rect">
            <a:avLst/>
          </a:prstGeom>
        </p:spPr>
        <p:txBody>
          <a:bodyPr spcFirstLastPara="1" vert="horz" lIns="91440" tIns="45720" rIns="91440" bIns="45720" rtlCol="0" anchor="b" anchorCtr="0">
            <a:normAutofit/>
          </a:bodyPr>
          <a:lstStyle/>
          <a:p>
            <a:pPr marL="0" lvl="0" indent="0" algn="l">
              <a:lnSpc>
                <a:spcPct val="90000"/>
              </a:lnSpc>
              <a:spcBef>
                <a:spcPct val="0"/>
              </a:spcBef>
              <a:spcAft>
                <a:spcPts val="0"/>
              </a:spcAft>
              <a:buClr>
                <a:schemeClr val="dk1"/>
              </a:buClr>
              <a:buSzPts val="4400"/>
            </a:pPr>
            <a:r>
              <a:rPr lang="en-US" sz="4200" kern="1200">
                <a:solidFill>
                  <a:schemeClr val="tx1"/>
                </a:solidFill>
                <a:latin typeface="+mj-lt"/>
                <a:ea typeface="+mj-ea"/>
                <a:cs typeface="+mj-cs"/>
              </a:rPr>
              <a:t>The Problem</a:t>
            </a:r>
          </a:p>
        </p:txBody>
      </p:sp>
      <p:sp>
        <p:nvSpPr>
          <p:cNvPr id="93" name="Google Shape;93;p2"/>
          <p:cNvSpPr txBox="1">
            <a:spLocks noGrp="1"/>
          </p:cNvSpPr>
          <p:nvPr>
            <p:ph type="body" idx="1"/>
          </p:nvPr>
        </p:nvSpPr>
        <p:spPr>
          <a:xfrm>
            <a:off x="5886450" y="4872922"/>
            <a:ext cx="3017520" cy="1208141"/>
          </a:xfrm>
          <a:prstGeom prst="rect">
            <a:avLst/>
          </a:prstGeom>
        </p:spPr>
        <p:txBody>
          <a:bodyPr spcFirstLastPara="1" vert="horz" lIns="91440" tIns="45720" rIns="91440" bIns="45720" rtlCol="0" anchorCtr="0">
            <a:normAutofit/>
          </a:bodyPr>
          <a:lstStyle/>
          <a:p>
            <a:pPr marL="0" lvl="0" indent="0">
              <a:lnSpc>
                <a:spcPct val="90000"/>
              </a:lnSpc>
              <a:spcBef>
                <a:spcPts val="1000"/>
              </a:spcBef>
              <a:spcAft>
                <a:spcPts val="600"/>
              </a:spcAft>
              <a:buNone/>
            </a:pPr>
            <a:r>
              <a:rPr lang="en-US" sz="1700" kern="1200">
                <a:solidFill>
                  <a:schemeClr val="tx1"/>
                </a:solidFill>
                <a:latin typeface="+mn-lt"/>
                <a:ea typeface="+mn-ea"/>
                <a:cs typeface="+mn-cs"/>
                <a:sym typeface="Calibri"/>
              </a:rPr>
              <a:t>Cryptography is complex and difficult to learn through traditional methods.</a:t>
            </a:r>
            <a:endParaRPr lang="en-US" sz="1700" kern="1200">
              <a:solidFill>
                <a:schemeClr val="tx1"/>
              </a:solidFill>
              <a:latin typeface="+mn-lt"/>
              <a:ea typeface="+mn-ea"/>
              <a:cs typeface="+mn-cs"/>
            </a:endParaRPr>
          </a:p>
        </p:txBody>
      </p:sp>
      <p:sp>
        <p:nvSpPr>
          <p:cNvPr id="117" name="Rectangle 1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79617"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9" name="Rectangle 11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8736" y="4546920"/>
            <a:ext cx="30175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92"/>
                                        </p:tgtEl>
                                        <p:attrNameLst>
                                          <p:attrName>style.visibility</p:attrName>
                                        </p:attrNameLst>
                                      </p:cBhvr>
                                      <p:to>
                                        <p:strVal val="visible"/>
                                      </p:to>
                                    </p:set>
                                    <p:animEffect transition="in" filter="fade">
                                      <p:cBhvr>
                                        <p:cTn id="7" dur="4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useBgFill="1">
        <p:nvSpPr>
          <p:cNvPr id="122" name="Rectangle 121">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Google Shape;99;g32b1853d445_1_4"/>
          <p:cNvSpPr txBox="1">
            <a:spLocks noGrp="1"/>
          </p:cNvSpPr>
          <p:nvPr>
            <p:ph type="title"/>
          </p:nvPr>
        </p:nvSpPr>
        <p:spPr>
          <a:xfrm>
            <a:off x="4885341" y="365125"/>
            <a:ext cx="3630007" cy="1807305"/>
          </a:xfrm>
          <a:prstGeom prst="rect">
            <a:avLst/>
          </a:prstGeom>
        </p:spPr>
        <p:txBody>
          <a:bodyPr spcFirstLastPara="1" lIns="91425" tIns="45700" rIns="91425" bIns="45700" anchorCtr="0">
            <a:normAutofit/>
          </a:bodyPr>
          <a:lstStyle/>
          <a:p>
            <a:pPr marL="0" lvl="0" indent="0" rtl="0">
              <a:spcBef>
                <a:spcPts val="640"/>
              </a:spcBef>
              <a:spcAft>
                <a:spcPts val="0"/>
              </a:spcAft>
              <a:buNone/>
            </a:pPr>
            <a:r>
              <a:rPr lang="en-US" b="1"/>
              <a:t>The Solution</a:t>
            </a:r>
            <a:endParaRPr lang="en-US"/>
          </a:p>
        </p:txBody>
      </p:sp>
      <p:pic>
        <p:nvPicPr>
          <p:cNvPr id="102" name="Picture 101">
            <a:extLst>
              <a:ext uri="{FF2B5EF4-FFF2-40B4-BE49-F238E27FC236}">
                <a16:creationId xmlns:a16="http://schemas.microsoft.com/office/drawing/2014/main" id="{A793F393-4A95-60E8-1C51-440A8558B828}"/>
              </a:ext>
            </a:extLst>
          </p:cNvPr>
          <p:cNvPicPr>
            <a:picLocks noChangeAspect="1"/>
          </p:cNvPicPr>
          <p:nvPr/>
        </p:nvPicPr>
        <p:blipFill>
          <a:blip r:embed="rId3"/>
          <a:srcRect l="29419" r="26098"/>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100" name="Google Shape;100;g32b1853d445_1_4"/>
          <p:cNvSpPr txBox="1">
            <a:spLocks noGrp="1"/>
          </p:cNvSpPr>
          <p:nvPr>
            <p:ph type="body" idx="1"/>
          </p:nvPr>
        </p:nvSpPr>
        <p:spPr>
          <a:xfrm>
            <a:off x="4885341" y="2333297"/>
            <a:ext cx="3630007" cy="3843666"/>
          </a:xfrm>
          <a:prstGeom prst="rect">
            <a:avLst/>
          </a:prstGeom>
        </p:spPr>
        <p:txBody>
          <a:bodyPr spcFirstLastPara="1" lIns="91425" tIns="45700" rIns="91425" bIns="45700" anchorCtr="0">
            <a:normAutofit/>
          </a:bodyPr>
          <a:lstStyle/>
          <a:p>
            <a:pPr marL="0" lvl="0" indent="0" rtl="0">
              <a:spcBef>
                <a:spcPts val="640"/>
              </a:spcBef>
              <a:spcAft>
                <a:spcPts val="0"/>
              </a:spcAft>
              <a:buNone/>
            </a:pPr>
            <a:r>
              <a:rPr lang="en-US" sz="1700"/>
              <a:t>Enigma Academy - an interactive, puzzle-based game to teach cryptography in an engaging way.</a:t>
            </a:r>
          </a:p>
          <a:p>
            <a:pPr marL="0" lvl="0" indent="0" rtl="0">
              <a:spcBef>
                <a:spcPts val="360"/>
              </a:spcBef>
              <a:spcAft>
                <a:spcPts val="0"/>
              </a:spcAft>
              <a:buNone/>
            </a:pPr>
            <a:endParaRPr lang="en-US" sz="1700"/>
          </a:p>
          <a:p>
            <a:pPr marL="457200" lvl="0" indent="-431800" rtl="0">
              <a:spcBef>
                <a:spcPts val="360"/>
              </a:spcBef>
              <a:spcAft>
                <a:spcPts val="0"/>
              </a:spcAft>
              <a:buSzPts val="3200"/>
              <a:buChar char="•"/>
            </a:pPr>
            <a:r>
              <a:rPr lang="en-US" sz="1700"/>
              <a:t>game stimulation</a:t>
            </a:r>
          </a:p>
          <a:p>
            <a:pPr marL="457200" lvl="0" indent="-431800" rtl="0">
              <a:spcBef>
                <a:spcPts val="0"/>
              </a:spcBef>
              <a:spcAft>
                <a:spcPts val="0"/>
              </a:spcAft>
              <a:buSzPts val="3200"/>
              <a:buChar char="•"/>
            </a:pPr>
            <a:r>
              <a:rPr lang="en-US" sz="1700"/>
              <a:t>visual representation </a:t>
            </a:r>
          </a:p>
          <a:p>
            <a:pPr marL="457200" lvl="0" indent="-431800" rtl="0">
              <a:spcBef>
                <a:spcPts val="0"/>
              </a:spcBef>
              <a:spcAft>
                <a:spcPts val="0"/>
              </a:spcAft>
              <a:buSzPts val="3200"/>
              <a:buChar char="•"/>
            </a:pPr>
            <a:r>
              <a:rPr lang="en-US" sz="1700"/>
              <a:t>hands on approach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4"/>
        <p:cNvGrpSpPr/>
        <p:nvPr/>
      </p:nvGrpSpPr>
      <p:grpSpPr>
        <a:xfrm>
          <a:off x="0" y="0"/>
          <a:ext cx="0" cy="0"/>
          <a:chOff x="0" y="0"/>
          <a:chExt cx="0" cy="0"/>
        </a:xfrm>
      </p:grpSpPr>
      <p:sp useBgFill="1">
        <p:nvSpPr>
          <p:cNvPr id="119" name="Rectangle 11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3"/>
          <p:cNvSpPr txBox="1">
            <a:spLocks noGrp="1"/>
          </p:cNvSpPr>
          <p:nvPr>
            <p:ph type="title"/>
          </p:nvPr>
        </p:nvSpPr>
        <p:spPr>
          <a:xfrm>
            <a:off x="4885341" y="365125"/>
            <a:ext cx="3630007" cy="1807305"/>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US">
                <a:latin typeface="Calibri"/>
                <a:ea typeface="Calibri"/>
                <a:cs typeface="Calibri"/>
                <a:sym typeface="Calibri"/>
              </a:rPr>
              <a:t>Project Goals &amp; Objectives</a:t>
            </a:r>
            <a:endParaRPr lang="en-US"/>
          </a:p>
        </p:txBody>
      </p:sp>
      <p:pic>
        <p:nvPicPr>
          <p:cNvPr id="108" name="Picture 107">
            <a:extLst>
              <a:ext uri="{FF2B5EF4-FFF2-40B4-BE49-F238E27FC236}">
                <a16:creationId xmlns:a16="http://schemas.microsoft.com/office/drawing/2014/main" id="{6D225C9F-9F55-91D4-22E5-5DAE45F7C943}"/>
              </a:ext>
            </a:extLst>
          </p:cNvPr>
          <p:cNvPicPr>
            <a:picLocks noChangeAspect="1"/>
          </p:cNvPicPr>
          <p:nvPr/>
        </p:nvPicPr>
        <p:blipFill>
          <a:blip r:embed="rId3"/>
          <a:srcRect l="20122" r="14660" b="2"/>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106" name="Google Shape;106;p3"/>
          <p:cNvSpPr txBox="1">
            <a:spLocks noGrp="1"/>
          </p:cNvSpPr>
          <p:nvPr>
            <p:ph type="body" idx="1"/>
          </p:nvPr>
        </p:nvSpPr>
        <p:spPr>
          <a:xfrm>
            <a:off x="4885341" y="2333297"/>
            <a:ext cx="3630007" cy="3843666"/>
          </a:xfrm>
          <a:prstGeom prst="rect">
            <a:avLst/>
          </a:prstGeom>
        </p:spPr>
        <p:txBody>
          <a:bodyPr spcFirstLastPara="1" lIns="91425" tIns="45700" rIns="91425" bIns="45700" anchorCtr="0">
            <a:normAutofit/>
          </a:bodyPr>
          <a:lstStyle/>
          <a:p>
            <a:pPr marL="342900" lvl="0" indent="-254000" rtl="0">
              <a:spcBef>
                <a:spcPts val="0"/>
              </a:spcBef>
              <a:spcAft>
                <a:spcPts val="0"/>
              </a:spcAft>
              <a:buClr>
                <a:schemeClr val="dk1"/>
              </a:buClr>
              <a:buSzPts val="1800"/>
              <a:buChar char="•"/>
            </a:pPr>
            <a:r>
              <a:rPr lang="en-US" sz="1700">
                <a:latin typeface="Calibri"/>
                <a:ea typeface="Calibri"/>
                <a:cs typeface="Calibri"/>
                <a:sym typeface="Calibri"/>
              </a:rPr>
              <a:t>Make cryptography accessible through interactive gameplay.</a:t>
            </a: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Teach cryptographic principles like Caesar Cipher, Rail Fence Cipher, and Vigenère Cipher.</a:t>
            </a: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Encourage learning by experimentation.</a:t>
            </a: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Provide a structured learning progression with increasing difficul</a:t>
            </a:r>
            <a:r>
              <a:rPr lang="en-US" sz="1700"/>
              <a:t>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3231881" y="150030"/>
            <a:ext cx="2943045" cy="2211148"/>
          </a:xfrm>
          <a:prstGeom prst="rect">
            <a:avLst/>
          </a:prstGeom>
        </p:spPr>
        <p:txBody>
          <a:bodyPr spcFirstLastPara="1" lIns="91425" tIns="45700" rIns="91425" bIns="45700" anchor="t" anchorCtr="0">
            <a:normAutofit/>
          </a:bodyPr>
          <a:lstStyle/>
          <a:p>
            <a:pPr marL="0" lvl="0" indent="0" rtl="0">
              <a:spcBef>
                <a:spcPts val="0"/>
              </a:spcBef>
              <a:spcAft>
                <a:spcPts val="0"/>
              </a:spcAft>
              <a:buClr>
                <a:schemeClr val="dk1"/>
              </a:buClr>
              <a:buSzPts val="4400"/>
              <a:buFont typeface="Calibri"/>
              <a:buNone/>
            </a:pPr>
            <a:r>
              <a:rPr lang="en-US" sz="2800" dirty="0">
                <a:latin typeface="Calibri"/>
                <a:ea typeface="Calibri"/>
                <a:cs typeface="Calibri"/>
                <a:sym typeface="Calibri"/>
              </a:rPr>
              <a:t>Analysis of Existing Solutions</a:t>
            </a:r>
            <a:endParaRPr lang="en-US" sz="2800" dirty="0"/>
          </a:p>
        </p:txBody>
      </p:sp>
      <p:sp>
        <p:nvSpPr>
          <p:cNvPr id="112" name="Google Shape;112;p4"/>
          <p:cNvSpPr txBox="1">
            <a:spLocks noGrp="1"/>
          </p:cNvSpPr>
          <p:nvPr>
            <p:ph type="body" idx="1"/>
          </p:nvPr>
        </p:nvSpPr>
        <p:spPr>
          <a:xfrm>
            <a:off x="1495575" y="2895191"/>
            <a:ext cx="7255233" cy="464598"/>
          </a:xfrm>
          <a:prstGeom prst="rect">
            <a:avLst/>
          </a:prstGeom>
        </p:spPr>
        <p:txBody>
          <a:bodyPr spcFirstLastPara="1" lIns="91425" tIns="45700" rIns="91425" bIns="45700" anchor="t" anchorCtr="0">
            <a:normAutofit/>
          </a:bodyPr>
          <a:lstStyle/>
          <a:p>
            <a:pPr marL="0" lvl="0" indent="0" rtl="0">
              <a:spcBef>
                <a:spcPts val="0"/>
              </a:spcBef>
              <a:spcAft>
                <a:spcPts val="0"/>
              </a:spcAft>
              <a:buClr>
                <a:schemeClr val="dk1"/>
              </a:buClr>
              <a:buSzPts val="3200"/>
              <a:buNone/>
            </a:pPr>
            <a:r>
              <a:rPr lang="en-US" sz="1700" dirty="0" err="1">
                <a:latin typeface="Calibri"/>
                <a:ea typeface="Calibri"/>
                <a:cs typeface="Calibri"/>
                <a:sym typeface="Calibri"/>
              </a:rPr>
              <a:t>CryptoClub</a:t>
            </a:r>
            <a:r>
              <a:rPr lang="en-US" sz="1700" dirty="0">
                <a:latin typeface="Calibri"/>
                <a:ea typeface="Calibri"/>
                <a:cs typeface="Calibri"/>
                <a:sym typeface="Calibri"/>
              </a:rPr>
              <a:t> 				    CYPHER                        </a:t>
            </a:r>
          </a:p>
          <a:p>
            <a:pPr marL="0" lvl="0" indent="0" rtl="0">
              <a:spcBef>
                <a:spcPts val="0"/>
              </a:spcBef>
              <a:spcAft>
                <a:spcPts val="0"/>
              </a:spcAft>
              <a:buNone/>
            </a:pPr>
            <a:endParaRPr lang="en-US" sz="1700" dirty="0"/>
          </a:p>
          <a:p>
            <a:pPr marL="0" lvl="0" indent="0" rtl="0">
              <a:spcBef>
                <a:spcPts val="0"/>
              </a:spcBef>
              <a:spcAft>
                <a:spcPts val="0"/>
              </a:spcAft>
              <a:buNone/>
            </a:pPr>
            <a:endParaRPr lang="en-US" sz="1700" dirty="0"/>
          </a:p>
        </p:txBody>
      </p:sp>
      <p:pic>
        <p:nvPicPr>
          <p:cNvPr id="113" name="Google Shape;113;p4"/>
          <p:cNvPicPr preferRelativeResize="0"/>
          <p:nvPr/>
        </p:nvPicPr>
        <p:blipFill>
          <a:blip r:embed="rId3"/>
          <a:srcRect t="1113" r="1" b="1"/>
          <a:stretch/>
        </p:blipFill>
        <p:spPr>
          <a:xfrm>
            <a:off x="-12" y="3467101"/>
            <a:ext cx="4572001" cy="3267536"/>
          </a:xfrm>
          <a:prstGeom prst="rect">
            <a:avLst/>
          </a:prstGeom>
          <a:noFill/>
        </p:spPr>
      </p:pic>
      <p:pic>
        <p:nvPicPr>
          <p:cNvPr id="114" name="Google Shape;114;p4"/>
          <p:cNvPicPr preferRelativeResize="0"/>
          <p:nvPr/>
        </p:nvPicPr>
        <p:blipFill>
          <a:blip r:embed="rId4"/>
          <a:srcRect l="11683" r="9970"/>
          <a:stretch/>
        </p:blipFill>
        <p:spPr>
          <a:xfrm>
            <a:off x="4572010" y="3467101"/>
            <a:ext cx="4571999" cy="3340893"/>
          </a:xfrm>
          <a:prstGeom prst="rect">
            <a:avLst/>
          </a:prstGeom>
          <a:noFill/>
        </p:spPr>
      </p:pic>
      <p:grpSp>
        <p:nvGrpSpPr>
          <p:cNvPr id="119" name="Group 118">
            <a:extLst>
              <a:ext uri="{FF2B5EF4-FFF2-40B4-BE49-F238E27FC236}">
                <a16:creationId xmlns:a16="http://schemas.microsoft.com/office/drawing/2014/main" id="{9EA74336-CFA2-D575-E9E6-7F3109CB1E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735337"/>
            <a:ext cx="9144000" cy="123363"/>
            <a:chOff x="876692" y="4888672"/>
            <a:chExt cx="10439007" cy="123363"/>
          </a:xfrm>
        </p:grpSpPr>
        <p:sp>
          <p:nvSpPr>
            <p:cNvPr id="120" name="Rectangle 119">
              <a:extLst>
                <a:ext uri="{FF2B5EF4-FFF2-40B4-BE49-F238E27FC236}">
                  <a16:creationId xmlns:a16="http://schemas.microsoft.com/office/drawing/2014/main" id="{E36AA1E3-7523-9B01-1251-BFCCE4067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515" y="-269151"/>
              <a:ext cx="123362" cy="10439007"/>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90A0A5E6-B19C-4BF9-7231-108F92685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719273" y="2415609"/>
              <a:ext cx="123362" cy="506949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8"/>
        <p:cNvGrpSpPr/>
        <p:nvPr/>
      </p:nvGrpSpPr>
      <p:grpSpPr>
        <a:xfrm>
          <a:off x="0" y="0"/>
          <a:ext cx="0" cy="0"/>
          <a:chOff x="0" y="0"/>
          <a:chExt cx="0" cy="0"/>
        </a:xfrm>
      </p:grpSpPr>
      <p:sp useBgFill="1">
        <p:nvSpPr>
          <p:cNvPr id="126" name="Rectangle 1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Google Shape;119;g32b1853d445_0_0"/>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360"/>
              </a:spcBef>
              <a:spcAft>
                <a:spcPts val="0"/>
              </a:spcAft>
              <a:buClr>
                <a:schemeClr val="dk1"/>
              </a:buClr>
              <a:buSzPts val="1100"/>
              <a:buFont typeface="Arial"/>
              <a:buNone/>
            </a:pPr>
            <a:r>
              <a:rPr lang="en-US" sz="3500" b="1">
                <a:solidFill>
                  <a:srgbClr val="FFFFFF"/>
                </a:solidFill>
              </a:rPr>
              <a:t>How is Enigma academy different?</a:t>
            </a:r>
          </a:p>
          <a:p>
            <a:pPr marL="0" lvl="0" indent="0" rtl="0">
              <a:spcBef>
                <a:spcPts val="0"/>
              </a:spcBef>
              <a:spcAft>
                <a:spcPts val="0"/>
              </a:spcAft>
              <a:buNone/>
            </a:pPr>
            <a:endParaRPr lang="en-US" sz="3500">
              <a:solidFill>
                <a:srgbClr val="FFFFFF"/>
              </a:solidFill>
            </a:endParaRPr>
          </a:p>
        </p:txBody>
      </p:sp>
      <p:graphicFrame>
        <p:nvGraphicFramePr>
          <p:cNvPr id="122" name="Google Shape;120;g32b1853d445_0_0">
            <a:extLst>
              <a:ext uri="{FF2B5EF4-FFF2-40B4-BE49-F238E27FC236}">
                <a16:creationId xmlns:a16="http://schemas.microsoft.com/office/drawing/2014/main" id="{7C2370DE-9FD5-C05C-DF01-96533994D2A3}"/>
              </a:ext>
            </a:extLst>
          </p:cNvPr>
          <p:cNvGraphicFramePr/>
          <p:nvPr>
            <p:extLst>
              <p:ext uri="{D42A27DB-BD31-4B8C-83A1-F6EECF244321}">
                <p14:modId xmlns:p14="http://schemas.microsoft.com/office/powerpoint/2010/main" val="43455481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4"/>
        <p:cNvGrpSpPr/>
        <p:nvPr/>
      </p:nvGrpSpPr>
      <p:grpSpPr>
        <a:xfrm>
          <a:off x="0" y="0"/>
          <a:ext cx="0" cy="0"/>
          <a:chOff x="0" y="0"/>
          <a:chExt cx="0" cy="0"/>
        </a:xfrm>
      </p:grpSpPr>
      <p:sp useBgFill="1">
        <p:nvSpPr>
          <p:cNvPr id="132" name="Rectangle 13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Google Shape;125;p5"/>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Overview of Enigma Academy</a:t>
            </a:r>
            <a:endParaRPr lang="en-US" sz="3500">
              <a:solidFill>
                <a:srgbClr val="FFFFFF"/>
              </a:solidFill>
            </a:endParaRPr>
          </a:p>
        </p:txBody>
      </p:sp>
      <p:graphicFrame>
        <p:nvGraphicFramePr>
          <p:cNvPr id="128" name="Google Shape;126;p5">
            <a:extLst>
              <a:ext uri="{FF2B5EF4-FFF2-40B4-BE49-F238E27FC236}">
                <a16:creationId xmlns:a16="http://schemas.microsoft.com/office/drawing/2014/main" id="{40294C08-D809-B228-FF07-32B86C1CA6DA}"/>
              </a:ext>
            </a:extLst>
          </p:cNvPr>
          <p:cNvGraphicFramePr/>
          <p:nvPr>
            <p:extLst>
              <p:ext uri="{D42A27DB-BD31-4B8C-83A1-F6EECF244321}">
                <p14:modId xmlns:p14="http://schemas.microsoft.com/office/powerpoint/2010/main" val="277370962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0"/>
        <p:cNvGrpSpPr/>
        <p:nvPr/>
      </p:nvGrpSpPr>
      <p:grpSpPr>
        <a:xfrm>
          <a:off x="0" y="0"/>
          <a:ext cx="0" cy="0"/>
          <a:chOff x="0" y="0"/>
          <a:chExt cx="0" cy="0"/>
        </a:xfrm>
      </p:grpSpPr>
      <p:sp useBgFill="1">
        <p:nvSpPr>
          <p:cNvPr id="143" name="Rectangle 14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Google Shape;131;p6"/>
          <p:cNvSpPr txBox="1">
            <a:spLocks noGrp="1"/>
          </p:cNvSpPr>
          <p:nvPr>
            <p:ph type="title"/>
          </p:nvPr>
        </p:nvSpPr>
        <p:spPr>
          <a:xfrm>
            <a:off x="852297" y="502020"/>
            <a:ext cx="3992787" cy="1642970"/>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Calibri"/>
              <a:buNone/>
            </a:pPr>
            <a:r>
              <a:rPr lang="en-US" sz="3500">
                <a:latin typeface="Calibri"/>
                <a:ea typeface="Calibri"/>
                <a:cs typeface="Calibri"/>
                <a:sym typeface="Calibri"/>
              </a:rPr>
              <a:t>Key Features</a:t>
            </a:r>
            <a:endParaRPr lang="en-US" sz="3500"/>
          </a:p>
        </p:txBody>
      </p:sp>
      <p:sp>
        <p:nvSpPr>
          <p:cNvPr id="132" name="Google Shape;132;p6"/>
          <p:cNvSpPr txBox="1">
            <a:spLocks noGrp="1"/>
          </p:cNvSpPr>
          <p:nvPr>
            <p:ph type="body" idx="1"/>
          </p:nvPr>
        </p:nvSpPr>
        <p:spPr>
          <a:xfrm>
            <a:off x="858692" y="2405894"/>
            <a:ext cx="3986392" cy="3535083"/>
          </a:xfrm>
          <a:prstGeom prst="rect">
            <a:avLst/>
          </a:prstGeom>
        </p:spPr>
        <p:txBody>
          <a:bodyPr spcFirstLastPara="1" lIns="91425" tIns="45700" rIns="91425" bIns="45700" anchor="t" anchorCtr="0">
            <a:normAutofit/>
          </a:bodyPr>
          <a:lstStyle/>
          <a:p>
            <a:pPr marL="342900" lvl="0" indent="-254000" rtl="0">
              <a:spcBef>
                <a:spcPts val="0"/>
              </a:spcBef>
              <a:spcAft>
                <a:spcPts val="0"/>
              </a:spcAft>
              <a:buClr>
                <a:schemeClr val="dk1"/>
              </a:buClr>
              <a:buSzPts val="1800"/>
              <a:buChar char="•"/>
            </a:pPr>
            <a:r>
              <a:rPr lang="en-US" sz="1700" dirty="0">
                <a:latin typeface="Calibri"/>
                <a:ea typeface="Calibri"/>
                <a:cs typeface="Calibri"/>
                <a:sym typeface="Calibri"/>
              </a:rPr>
              <a:t>Interactive Puzzle Rooms</a:t>
            </a:r>
            <a:endParaRPr lang="en-US" sz="1700" dirty="0"/>
          </a:p>
          <a:p>
            <a:pPr marL="342900" lvl="0" indent="-254000" rtl="0">
              <a:spcBef>
                <a:spcPts val="640"/>
              </a:spcBef>
              <a:spcAft>
                <a:spcPts val="0"/>
              </a:spcAft>
              <a:buClr>
                <a:schemeClr val="dk1"/>
              </a:buClr>
              <a:buSzPts val="1800"/>
              <a:buChar char="•"/>
            </a:pPr>
            <a:r>
              <a:rPr lang="en-US" sz="1700" dirty="0">
                <a:latin typeface="Calibri"/>
                <a:ea typeface="Calibri"/>
                <a:cs typeface="Calibri"/>
                <a:sym typeface="Calibri"/>
              </a:rPr>
              <a:t>Dynamic Inventory System – Stores texts, tools, and allows experimentation.</a:t>
            </a:r>
            <a:endParaRPr lang="en-US" sz="1700" dirty="0"/>
          </a:p>
          <a:p>
            <a:pPr marL="342900" lvl="0" indent="-254000" rtl="0">
              <a:spcBef>
                <a:spcPts val="640"/>
              </a:spcBef>
              <a:spcAft>
                <a:spcPts val="0"/>
              </a:spcAft>
              <a:buClr>
                <a:schemeClr val="dk1"/>
              </a:buClr>
              <a:buSzPts val="1800"/>
              <a:buChar char="•"/>
            </a:pPr>
            <a:r>
              <a:rPr lang="en-US" sz="1700" dirty="0">
                <a:latin typeface="Calibri"/>
                <a:ea typeface="Calibri"/>
                <a:cs typeface="Calibri"/>
                <a:sym typeface="Calibri"/>
              </a:rPr>
              <a:t>Cryptographic Learning </a:t>
            </a:r>
            <a:endParaRPr lang="en-US" sz="1700" dirty="0"/>
          </a:p>
          <a:p>
            <a:pPr marL="342900" lvl="0" indent="-254000" rtl="0">
              <a:spcBef>
                <a:spcPts val="640"/>
              </a:spcBef>
              <a:spcAft>
                <a:spcPts val="0"/>
              </a:spcAft>
              <a:buClr>
                <a:schemeClr val="dk1"/>
              </a:buClr>
              <a:buSzPts val="1800"/>
              <a:buChar char="•"/>
            </a:pPr>
            <a:r>
              <a:rPr lang="en-US" sz="1700" dirty="0">
                <a:latin typeface="Calibri"/>
                <a:ea typeface="Calibri"/>
                <a:cs typeface="Calibri"/>
                <a:sym typeface="Calibri"/>
              </a:rPr>
              <a:t>Achievement &amp; Reward System </a:t>
            </a:r>
            <a:endParaRPr lang="en-US" sz="1700" dirty="0"/>
          </a:p>
          <a:p>
            <a:pPr marL="342900" lvl="0" indent="-254000" rtl="0">
              <a:spcBef>
                <a:spcPts val="640"/>
              </a:spcBef>
              <a:spcAft>
                <a:spcPts val="0"/>
              </a:spcAft>
              <a:buClr>
                <a:schemeClr val="dk1"/>
              </a:buClr>
              <a:buSzPts val="1800"/>
              <a:buChar char="•"/>
            </a:pPr>
            <a:r>
              <a:rPr lang="en-US" sz="1700" dirty="0">
                <a:latin typeface="Calibri"/>
                <a:ea typeface="Calibri"/>
                <a:cs typeface="Calibri"/>
                <a:sym typeface="Calibri"/>
              </a:rPr>
              <a:t>Incremental Learning Progression</a:t>
            </a:r>
            <a:endParaRPr lang="en-US" sz="1700" dirty="0"/>
          </a:p>
        </p:txBody>
      </p:sp>
      <p:sp>
        <p:nvSpPr>
          <p:cNvPr id="145" name="Rectangle 14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Rectangle 145">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3" name="Google Shape;133;p6"/>
          <p:cNvPicPr preferRelativeResize="0"/>
          <p:nvPr/>
        </p:nvPicPr>
        <p:blipFill>
          <a:blip r:embed="rId3"/>
          <a:stretch>
            <a:fillRect/>
          </a:stretch>
        </p:blipFill>
        <p:spPr>
          <a:xfrm>
            <a:off x="4823608" y="3542059"/>
            <a:ext cx="2502001" cy="1262751"/>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7"/>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Google Shape;138;p7"/>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Technical Aspects</a:t>
            </a:r>
            <a:endParaRPr lang="en-US" sz="3500">
              <a:solidFill>
                <a:srgbClr val="FFFFFF"/>
              </a:solidFill>
            </a:endParaRPr>
          </a:p>
        </p:txBody>
      </p:sp>
      <p:graphicFrame>
        <p:nvGraphicFramePr>
          <p:cNvPr id="141" name="Google Shape;139;p7">
            <a:extLst>
              <a:ext uri="{FF2B5EF4-FFF2-40B4-BE49-F238E27FC236}">
                <a16:creationId xmlns:a16="http://schemas.microsoft.com/office/drawing/2014/main" id="{FCA6F842-46CF-6AA1-F2E6-471FC47CC2AE}"/>
              </a:ext>
            </a:extLst>
          </p:cNvPr>
          <p:cNvGraphicFramePr/>
          <p:nvPr>
            <p:extLst>
              <p:ext uri="{D42A27DB-BD31-4B8C-83A1-F6EECF244321}">
                <p14:modId xmlns:p14="http://schemas.microsoft.com/office/powerpoint/2010/main" val="191915773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3"/>
        <p:cNvGrpSpPr/>
        <p:nvPr/>
      </p:nvGrpSpPr>
      <p:grpSpPr>
        <a:xfrm>
          <a:off x="0" y="0"/>
          <a:ext cx="0" cy="0"/>
          <a:chOff x="0" y="0"/>
          <a:chExt cx="0" cy="0"/>
        </a:xfrm>
      </p:grpSpPr>
      <p:sp useBgFill="1">
        <p:nvSpPr>
          <p:cNvPr id="151" name="Rectangle 15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Google Shape;144;p8"/>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Development Challenges &amp; Solutions</a:t>
            </a:r>
            <a:endParaRPr lang="en-US" sz="3500">
              <a:solidFill>
                <a:srgbClr val="FFFFFF"/>
              </a:solidFill>
            </a:endParaRPr>
          </a:p>
        </p:txBody>
      </p:sp>
      <p:graphicFrame>
        <p:nvGraphicFramePr>
          <p:cNvPr id="147" name="Google Shape;145;p8">
            <a:extLst>
              <a:ext uri="{FF2B5EF4-FFF2-40B4-BE49-F238E27FC236}">
                <a16:creationId xmlns:a16="http://schemas.microsoft.com/office/drawing/2014/main" id="{2B64BFBD-2B2E-6760-9F87-61A12C272E27}"/>
              </a:ext>
            </a:extLst>
          </p:cNvPr>
          <p:cNvGraphicFramePr/>
          <p:nvPr>
            <p:extLst>
              <p:ext uri="{D42A27DB-BD31-4B8C-83A1-F6EECF244321}">
                <p14:modId xmlns:p14="http://schemas.microsoft.com/office/powerpoint/2010/main" val="163619586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Game Architecture Diagram</a:t>
            </a:r>
            <a:endParaRPr/>
          </a:p>
        </p:txBody>
      </p:sp>
      <p:pic>
        <p:nvPicPr>
          <p:cNvPr id="151" name="Google Shape;151;p9"/>
          <p:cNvPicPr preferRelativeResize="0"/>
          <p:nvPr/>
        </p:nvPicPr>
        <p:blipFill rotWithShape="1">
          <a:blip r:embed="rId3">
            <a:alphaModFix/>
          </a:blip>
          <a:srcRect l="4563" t="10451" r="2680" b="6068"/>
          <a:stretch/>
        </p:blipFill>
        <p:spPr>
          <a:xfrm>
            <a:off x="126350" y="1740700"/>
            <a:ext cx="8891301" cy="4489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2b1853d445_3_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Presentation Layer</a:t>
            </a:r>
            <a:endParaRPr/>
          </a:p>
        </p:txBody>
      </p:sp>
      <p:pic>
        <p:nvPicPr>
          <p:cNvPr id="157" name="Google Shape;157;g32b1853d445_3_2"/>
          <p:cNvPicPr preferRelativeResize="0"/>
          <p:nvPr/>
        </p:nvPicPr>
        <p:blipFill rotWithShape="1">
          <a:blip r:embed="rId3">
            <a:alphaModFix/>
          </a:blip>
          <a:srcRect l="4563" t="8305" r="70551" b="6070"/>
          <a:stretch/>
        </p:blipFill>
        <p:spPr>
          <a:xfrm>
            <a:off x="126350" y="1625225"/>
            <a:ext cx="2385375" cy="460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32b1853d445_3_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Game Logic Layer</a:t>
            </a:r>
            <a:endParaRPr/>
          </a:p>
        </p:txBody>
      </p:sp>
      <p:pic>
        <p:nvPicPr>
          <p:cNvPr id="163" name="Google Shape;163;g32b1853d445_3_7"/>
          <p:cNvPicPr preferRelativeResize="0"/>
          <p:nvPr/>
        </p:nvPicPr>
        <p:blipFill rotWithShape="1">
          <a:blip r:embed="rId3">
            <a:alphaModFix/>
          </a:blip>
          <a:srcRect l="32531" t="10827" r="35742" b="9497"/>
          <a:stretch/>
        </p:blipFill>
        <p:spPr>
          <a:xfrm>
            <a:off x="2807225" y="1760675"/>
            <a:ext cx="3041150" cy="4284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2b1853d445_3_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Data Management Layer</a:t>
            </a:r>
            <a:endParaRPr/>
          </a:p>
        </p:txBody>
      </p:sp>
      <p:pic>
        <p:nvPicPr>
          <p:cNvPr id="169" name="Google Shape;169;g32b1853d445_3_12"/>
          <p:cNvPicPr preferRelativeResize="0"/>
          <p:nvPr/>
        </p:nvPicPr>
        <p:blipFill rotWithShape="1">
          <a:blip r:embed="rId3">
            <a:alphaModFix/>
          </a:blip>
          <a:srcRect l="67463" t="13114" r="3070" b="6525"/>
          <a:stretch/>
        </p:blipFill>
        <p:spPr>
          <a:xfrm>
            <a:off x="6193125" y="1908425"/>
            <a:ext cx="2824526" cy="4321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p:cNvGrpSpPr/>
        <p:nvPr/>
      </p:nvGrpSpPr>
      <p:grpSpPr>
        <a:xfrm>
          <a:off x="0" y="0"/>
          <a:ext cx="0" cy="0"/>
          <a:chOff x="0" y="0"/>
          <a:chExt cx="0" cy="0"/>
        </a:xfrm>
      </p:grpSpPr>
      <p:sp useBgFill="1">
        <p:nvSpPr>
          <p:cNvPr id="180" name="Rectangle 17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Freeform: Shape 18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Google Shape;174;p10"/>
          <p:cNvSpPr txBox="1">
            <a:spLocks noGrp="1"/>
          </p:cNvSpPr>
          <p:nvPr>
            <p:ph type="title"/>
          </p:nvPr>
        </p:nvSpPr>
        <p:spPr>
          <a:xfrm>
            <a:off x="495030" y="2767106"/>
            <a:ext cx="2160621" cy="3071906"/>
          </a:xfrm>
          <a:prstGeom prst="rect">
            <a:avLst/>
          </a:prstGeom>
        </p:spPr>
        <p:txBody>
          <a:bodyPr spcFirstLastPara="1" vert="horz" lIns="91440" tIns="45720" rIns="91440" bIns="45720" rtlCol="0" anchor="t" anchorCtr="0">
            <a:normAutofit/>
          </a:bodyPr>
          <a:lstStyle/>
          <a:p>
            <a:pPr marL="0" lvl="0" indent="0" algn="l">
              <a:lnSpc>
                <a:spcPct val="90000"/>
              </a:lnSpc>
              <a:spcBef>
                <a:spcPct val="0"/>
              </a:spcBef>
              <a:spcAft>
                <a:spcPts val="0"/>
              </a:spcAft>
              <a:buClr>
                <a:schemeClr val="dk1"/>
              </a:buClr>
              <a:buSzPts val="4400"/>
            </a:pPr>
            <a:r>
              <a:rPr lang="en-US" sz="3000" kern="1200">
                <a:solidFill>
                  <a:srgbClr val="FFFFFF"/>
                </a:solidFill>
                <a:latin typeface="+mj-lt"/>
                <a:ea typeface="+mj-ea"/>
                <a:cs typeface="+mj-cs"/>
                <a:sym typeface="Calibri"/>
              </a:rPr>
              <a:t>Game Flow – How the Player Progresses</a:t>
            </a:r>
            <a:endParaRPr lang="en-US" sz="3000" kern="1200">
              <a:solidFill>
                <a:srgbClr val="FFFFFF"/>
              </a:solidFill>
              <a:latin typeface="+mj-lt"/>
              <a:ea typeface="+mj-ea"/>
              <a:cs typeface="+mj-cs"/>
            </a:endParaRPr>
          </a:p>
        </p:txBody>
      </p:sp>
      <p:pic>
        <p:nvPicPr>
          <p:cNvPr id="175" name="Google Shape;175;p10"/>
          <p:cNvPicPr preferRelativeResize="0"/>
          <p:nvPr/>
        </p:nvPicPr>
        <p:blipFill>
          <a:blip r:embed="rId3"/>
          <a:stretch>
            <a:fillRect/>
          </a:stretch>
        </p:blipFill>
        <p:spPr>
          <a:xfrm>
            <a:off x="3916964" y="467208"/>
            <a:ext cx="4339025" cy="592358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9"/>
        <p:cNvGrpSpPr/>
        <p:nvPr/>
      </p:nvGrpSpPr>
      <p:grpSpPr>
        <a:xfrm>
          <a:off x="0" y="0"/>
          <a:ext cx="0" cy="0"/>
          <a:chOff x="0" y="0"/>
          <a:chExt cx="0" cy="0"/>
        </a:xfrm>
      </p:grpSpPr>
      <p:sp useBgFill="1">
        <p:nvSpPr>
          <p:cNvPr id="186" name="Rectangle 18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ectangle 18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Freeform: Shape 19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Google Shape;180;p11"/>
          <p:cNvSpPr txBox="1">
            <a:spLocks noGrp="1"/>
          </p:cNvSpPr>
          <p:nvPr>
            <p:ph type="title"/>
          </p:nvPr>
        </p:nvSpPr>
        <p:spPr>
          <a:xfrm>
            <a:off x="495030" y="2767106"/>
            <a:ext cx="2160621" cy="3071906"/>
          </a:xfrm>
          <a:prstGeom prst="rect">
            <a:avLst/>
          </a:prstGeom>
        </p:spPr>
        <p:txBody>
          <a:bodyPr spcFirstLastPara="1" vert="horz" lIns="91440" tIns="45720" rIns="91440" bIns="45720" rtlCol="0" anchor="t" anchorCtr="0">
            <a:normAutofit/>
          </a:bodyPr>
          <a:lstStyle/>
          <a:p>
            <a:pPr marL="0" lvl="0" indent="0" algn="l">
              <a:lnSpc>
                <a:spcPct val="90000"/>
              </a:lnSpc>
              <a:spcBef>
                <a:spcPct val="0"/>
              </a:spcBef>
              <a:spcAft>
                <a:spcPts val="0"/>
              </a:spcAft>
              <a:buClr>
                <a:schemeClr val="dk1"/>
              </a:buClr>
              <a:buSzPts val="4400"/>
            </a:pPr>
            <a:r>
              <a:rPr lang="en-US" sz="3500" kern="1200">
                <a:solidFill>
                  <a:srgbClr val="FFFFFF"/>
                </a:solidFill>
                <a:latin typeface="+mj-lt"/>
                <a:ea typeface="+mj-ea"/>
                <a:cs typeface="+mj-cs"/>
                <a:sym typeface="Calibri"/>
              </a:rPr>
              <a:t>Use Case Diagram</a:t>
            </a:r>
            <a:endParaRPr lang="en-US" sz="3500" kern="1200">
              <a:solidFill>
                <a:srgbClr val="FFFFFF"/>
              </a:solidFill>
              <a:latin typeface="+mj-lt"/>
              <a:ea typeface="+mj-ea"/>
              <a:cs typeface="+mj-cs"/>
            </a:endParaRPr>
          </a:p>
        </p:txBody>
      </p:sp>
      <p:pic>
        <p:nvPicPr>
          <p:cNvPr id="181" name="Google Shape;181;p11"/>
          <p:cNvPicPr preferRelativeResize="0"/>
          <p:nvPr/>
        </p:nvPicPr>
        <p:blipFill>
          <a:blip r:embed="rId3"/>
          <a:stretch>
            <a:fillRect/>
          </a:stretch>
        </p:blipFill>
        <p:spPr>
          <a:xfrm>
            <a:off x="3376821" y="1640627"/>
            <a:ext cx="5419311" cy="357674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5"/>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Freeform: Shape 19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6" name="Google Shape;186;g32b1853d445_2_385"/>
          <p:cNvSpPr txBox="1">
            <a:spLocks noGrp="1"/>
          </p:cNvSpPr>
          <p:nvPr>
            <p:ph type="title"/>
          </p:nvPr>
        </p:nvSpPr>
        <p:spPr>
          <a:xfrm>
            <a:off x="495030" y="2767106"/>
            <a:ext cx="2160621" cy="3071906"/>
          </a:xfrm>
          <a:prstGeom prst="rect">
            <a:avLst/>
          </a:prstGeom>
        </p:spPr>
        <p:txBody>
          <a:bodyPr spcFirstLastPara="1" vert="horz" lIns="91440" tIns="45720" rIns="91440" bIns="45720" rtlCol="0" anchor="t" anchorCtr="0">
            <a:normAutofit/>
          </a:bodyPr>
          <a:lstStyle/>
          <a:p>
            <a:pPr marL="0" lvl="0" indent="0" algn="l">
              <a:lnSpc>
                <a:spcPct val="90000"/>
              </a:lnSpc>
              <a:spcBef>
                <a:spcPct val="0"/>
              </a:spcBef>
              <a:spcAft>
                <a:spcPts val="0"/>
              </a:spcAft>
              <a:buClr>
                <a:schemeClr val="dk1"/>
              </a:buClr>
              <a:buSzPts val="4400"/>
            </a:pPr>
            <a:r>
              <a:rPr lang="en-US" sz="3500" kern="1200">
                <a:solidFill>
                  <a:srgbClr val="FFFFFF"/>
                </a:solidFill>
                <a:latin typeface="+mj-lt"/>
                <a:ea typeface="+mj-ea"/>
                <a:cs typeface="+mj-cs"/>
              </a:rPr>
              <a:t>Activity Diagram</a:t>
            </a:r>
          </a:p>
        </p:txBody>
      </p:sp>
      <p:pic>
        <p:nvPicPr>
          <p:cNvPr id="187" name="Google Shape;187;g32b1853d445_2_385"/>
          <p:cNvPicPr preferRelativeResize="0"/>
          <p:nvPr/>
        </p:nvPicPr>
        <p:blipFill>
          <a:blip r:embed="rId3"/>
          <a:stretch>
            <a:fillRect/>
          </a:stretch>
        </p:blipFill>
        <p:spPr>
          <a:xfrm>
            <a:off x="3376821" y="2074172"/>
            <a:ext cx="5419311" cy="270965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1"/>
        <p:cNvGrpSpPr/>
        <p:nvPr/>
      </p:nvGrpSpPr>
      <p:grpSpPr>
        <a:xfrm>
          <a:off x="0" y="0"/>
          <a:ext cx="0" cy="0"/>
          <a:chOff x="0" y="0"/>
          <a:chExt cx="0" cy="0"/>
        </a:xfrm>
      </p:grpSpPr>
      <p:sp useBgFill="1">
        <p:nvSpPr>
          <p:cNvPr id="199" name="Rectangle 19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Google Shape;192;p12"/>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Testing &amp; Evaluation Plan</a:t>
            </a:r>
            <a:endParaRPr lang="en-US" sz="3500">
              <a:solidFill>
                <a:srgbClr val="FFFFFF"/>
              </a:solidFill>
            </a:endParaRPr>
          </a:p>
        </p:txBody>
      </p:sp>
      <p:graphicFrame>
        <p:nvGraphicFramePr>
          <p:cNvPr id="195" name="Google Shape;193;p12">
            <a:extLst>
              <a:ext uri="{FF2B5EF4-FFF2-40B4-BE49-F238E27FC236}">
                <a16:creationId xmlns:a16="http://schemas.microsoft.com/office/drawing/2014/main" id="{3E4FD536-7C9B-AEDD-0445-6B137CB641DD}"/>
              </a:ext>
            </a:extLst>
          </p:cNvPr>
          <p:cNvGraphicFramePr/>
          <p:nvPr>
            <p:extLst>
              <p:ext uri="{D42A27DB-BD31-4B8C-83A1-F6EECF244321}">
                <p14:modId xmlns:p14="http://schemas.microsoft.com/office/powerpoint/2010/main" val="1176659809"/>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Arrow: Right 2">
            <a:extLst>
              <a:ext uri="{FF2B5EF4-FFF2-40B4-BE49-F238E27FC236}">
                <a16:creationId xmlns:a16="http://schemas.microsoft.com/office/drawing/2014/main" id="{25AC93B6-094C-24C3-A05F-2F14748499BC}"/>
              </a:ext>
            </a:extLst>
          </p:cNvPr>
          <p:cNvSpPr/>
          <p:nvPr/>
        </p:nvSpPr>
        <p:spPr>
          <a:xfrm>
            <a:off x="3465576" y="318668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A1B8D8A2-EE6D-A1E3-F4AD-F98CA2613770}"/>
              </a:ext>
            </a:extLst>
          </p:cNvPr>
          <p:cNvSpPr/>
          <p:nvPr/>
        </p:nvSpPr>
        <p:spPr>
          <a:xfrm>
            <a:off x="3451860" y="474542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7"/>
        <p:cNvGrpSpPr/>
        <p:nvPr/>
      </p:nvGrpSpPr>
      <p:grpSpPr>
        <a:xfrm>
          <a:off x="0" y="0"/>
          <a:ext cx="0" cy="0"/>
          <a:chOff x="0" y="0"/>
          <a:chExt cx="0" cy="0"/>
        </a:xfrm>
      </p:grpSpPr>
      <p:sp useBgFill="1">
        <p:nvSpPr>
          <p:cNvPr id="204" name="Rectangle 20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Google Shape;198;p13"/>
          <p:cNvSpPr txBox="1">
            <a:spLocks noGrp="1"/>
          </p:cNvSpPr>
          <p:nvPr>
            <p:ph type="title"/>
          </p:nvPr>
        </p:nvSpPr>
        <p:spPr>
          <a:xfrm>
            <a:off x="1028699" y="294538"/>
            <a:ext cx="7421963" cy="1033669"/>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Project Impact &amp; Future Improvements</a:t>
            </a:r>
            <a:endParaRPr lang="en-US" sz="3500">
              <a:solidFill>
                <a:srgbClr val="FFFFFF"/>
              </a:solidFill>
            </a:endParaRPr>
          </a:p>
        </p:txBody>
      </p:sp>
      <p:sp>
        <p:nvSpPr>
          <p:cNvPr id="199" name="Google Shape;199;p13"/>
          <p:cNvSpPr txBox="1">
            <a:spLocks noGrp="1"/>
          </p:cNvSpPr>
          <p:nvPr>
            <p:ph type="body" idx="1"/>
          </p:nvPr>
        </p:nvSpPr>
        <p:spPr>
          <a:xfrm>
            <a:off x="1028699" y="2318197"/>
            <a:ext cx="7293023" cy="3683358"/>
          </a:xfrm>
          <a:prstGeom prst="rect">
            <a:avLst/>
          </a:prstGeom>
        </p:spPr>
        <p:txBody>
          <a:bodyPr spcFirstLastPara="1" lIns="91425" tIns="45700" rIns="91425" bIns="45700" anchor="ctr" anchorCtr="0">
            <a:normAutofit/>
          </a:bodyPr>
          <a:lstStyle/>
          <a:p>
            <a:pPr marL="342900" lvl="0" indent="-254000" rtl="0">
              <a:spcBef>
                <a:spcPts val="0"/>
              </a:spcBef>
              <a:spcAft>
                <a:spcPts val="0"/>
              </a:spcAft>
              <a:buClr>
                <a:schemeClr val="dk1"/>
              </a:buClr>
              <a:buSzPts val="1800"/>
              <a:buChar char="•"/>
            </a:pPr>
            <a:r>
              <a:rPr lang="en-US" sz="1700">
                <a:latin typeface="Calibri"/>
                <a:ea typeface="Calibri"/>
                <a:cs typeface="Calibri"/>
                <a:sym typeface="Calibri"/>
              </a:rPr>
              <a:t>Impact: Teaching cryptography through gaming makes learning more accessible.</a:t>
            </a:r>
          </a:p>
          <a:p>
            <a:pPr marL="342900" lvl="0" indent="0" rtl="0">
              <a:spcBef>
                <a:spcPts val="0"/>
              </a:spcBef>
              <a:spcAft>
                <a:spcPts val="0"/>
              </a:spcAft>
              <a:buNone/>
            </a:pP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Future Improvements:</a:t>
            </a:r>
            <a:endParaRPr lang="en-US" sz="1700"/>
          </a:p>
          <a:p>
            <a:pPr marL="342900" lvl="0" indent="0" rtl="0">
              <a:spcBef>
                <a:spcPts val="640"/>
              </a:spcBef>
              <a:spcAft>
                <a:spcPts val="0"/>
              </a:spcAft>
              <a:buNone/>
            </a:pPr>
            <a:r>
              <a:rPr lang="en-US" sz="1700">
                <a:latin typeface="Calibri"/>
                <a:ea typeface="Calibri"/>
                <a:cs typeface="Calibri"/>
                <a:sym typeface="Calibri"/>
              </a:rPr>
              <a:t>- Add more rooms and cryptographic challenges.</a:t>
            </a:r>
            <a:endParaRPr lang="en-US" sz="1700"/>
          </a:p>
          <a:p>
            <a:pPr marL="342900" lvl="0" indent="0" rtl="0">
              <a:spcBef>
                <a:spcPts val="640"/>
              </a:spcBef>
              <a:spcAft>
                <a:spcPts val="0"/>
              </a:spcAft>
              <a:buNone/>
            </a:pPr>
            <a:r>
              <a:rPr lang="en-US" sz="1700">
                <a:latin typeface="Calibri"/>
                <a:ea typeface="Calibri"/>
                <a:cs typeface="Calibri"/>
                <a:sym typeface="Calibri"/>
              </a:rPr>
              <a:t>- Introduce an adaptive difficulty system.</a:t>
            </a:r>
            <a:endParaRPr lang="en-US" sz="1700"/>
          </a:p>
          <a:p>
            <a:pPr marL="342900" lvl="0" indent="0" rtl="0">
              <a:spcBef>
                <a:spcPts val="640"/>
              </a:spcBef>
              <a:spcAft>
                <a:spcPts val="0"/>
              </a:spcAft>
              <a:buNone/>
            </a:pPr>
            <a:r>
              <a:rPr lang="en-US" sz="1700">
                <a:latin typeface="Calibri"/>
                <a:ea typeface="Calibri"/>
                <a:cs typeface="Calibri"/>
                <a:sym typeface="Calibri"/>
              </a:rPr>
              <a:t>- Expand cryptographic tools beyond classical ciphers.</a:t>
            </a:r>
            <a:endParaRPr lang="en-US" sz="17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3"/>
        <p:cNvGrpSpPr/>
        <p:nvPr/>
      </p:nvGrpSpPr>
      <p:grpSpPr>
        <a:xfrm>
          <a:off x="0" y="0"/>
          <a:ext cx="0" cy="0"/>
          <a:chOff x="0" y="0"/>
          <a:chExt cx="0" cy="0"/>
        </a:xfrm>
      </p:grpSpPr>
      <p:sp useBgFill="1">
        <p:nvSpPr>
          <p:cNvPr id="211" name="Rectangle 2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Google Shape;204;p14"/>
          <p:cNvSpPr txBox="1">
            <a:spLocks noGrp="1"/>
          </p:cNvSpPr>
          <p:nvPr>
            <p:ph type="title"/>
          </p:nvPr>
        </p:nvSpPr>
        <p:spPr>
          <a:xfrm>
            <a:off x="852297" y="502020"/>
            <a:ext cx="3992787" cy="1642970"/>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Calibri"/>
              <a:buNone/>
            </a:pPr>
            <a:r>
              <a:rPr lang="en-US" sz="3500">
                <a:latin typeface="Calibri"/>
                <a:ea typeface="Calibri"/>
                <a:cs typeface="Calibri"/>
                <a:sym typeface="Calibri"/>
              </a:rPr>
              <a:t>Conclusion</a:t>
            </a:r>
            <a:endParaRPr lang="en-US" sz="3500"/>
          </a:p>
        </p:txBody>
      </p:sp>
      <p:sp>
        <p:nvSpPr>
          <p:cNvPr id="205" name="Google Shape;205;p14"/>
          <p:cNvSpPr txBox="1">
            <a:spLocks noGrp="1"/>
          </p:cNvSpPr>
          <p:nvPr>
            <p:ph type="body" idx="1"/>
          </p:nvPr>
        </p:nvSpPr>
        <p:spPr>
          <a:xfrm>
            <a:off x="858692" y="2405894"/>
            <a:ext cx="3986392" cy="3535083"/>
          </a:xfrm>
          <a:prstGeom prst="rect">
            <a:avLst/>
          </a:prstGeom>
        </p:spPr>
        <p:txBody>
          <a:bodyPr spcFirstLastPara="1" lIns="91425" tIns="45700" rIns="91425" bIns="45700" anchor="t" anchorCtr="0">
            <a:normAutofit/>
          </a:bodyPr>
          <a:lstStyle/>
          <a:p>
            <a:pPr marL="0" lvl="0" indent="0" rtl="0">
              <a:spcBef>
                <a:spcPts val="640"/>
              </a:spcBef>
              <a:spcAft>
                <a:spcPts val="0"/>
              </a:spcAft>
              <a:buNone/>
            </a:pPr>
            <a:r>
              <a:rPr lang="en-US" sz="1700" i="1"/>
              <a:t>Enigma Academy transforms the complexities of cryptography into an immersive adventure, where every puzzle solved unlocks a deeper understanding of digital security.</a:t>
            </a:r>
          </a:p>
        </p:txBody>
      </p:sp>
      <p:sp>
        <p:nvSpPr>
          <p:cNvPr id="213" name="Rectangle 2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7" name="Rectangle 2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9" name="Rectangle 2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6" name="Google Shape;206;p14"/>
          <p:cNvPicPr preferRelativeResize="0"/>
          <p:nvPr/>
        </p:nvPicPr>
        <p:blipFill rotWithShape="1">
          <a:blip r:embed="rId3"/>
          <a:srcRect l="20958" t="39777" r="24235" b="16338"/>
          <a:stretch/>
        </p:blipFill>
        <p:spPr>
          <a:xfrm>
            <a:off x="5306975" y="2192663"/>
            <a:ext cx="3127897" cy="250456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10"/>
        <p:cNvGrpSpPr/>
        <p:nvPr/>
      </p:nvGrpSpPr>
      <p:grpSpPr>
        <a:xfrm>
          <a:off x="0" y="0"/>
          <a:ext cx="0" cy="0"/>
          <a:chOff x="0" y="0"/>
          <a:chExt cx="0" cy="0"/>
        </a:xfrm>
      </p:grpSpPr>
      <p:sp useBgFill="1">
        <p:nvSpPr>
          <p:cNvPr id="217" name="Rectangle 21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5" name="Rectangle 224">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 name="Google Shape;211;p15"/>
          <p:cNvSpPr txBox="1">
            <a:spLocks noGrp="1"/>
          </p:cNvSpPr>
          <p:nvPr>
            <p:ph type="title"/>
          </p:nvPr>
        </p:nvSpPr>
        <p:spPr>
          <a:xfrm>
            <a:off x="619797" y="586855"/>
            <a:ext cx="3172575" cy="3387497"/>
          </a:xfrm>
          <a:prstGeom prst="rect">
            <a:avLst/>
          </a:prstGeom>
        </p:spPr>
        <p:txBody>
          <a:bodyPr spcFirstLastPara="1" lIns="91425" tIns="45700" rIns="91425" bIns="45700" anchor="b" anchorCtr="0">
            <a:normAutofit/>
          </a:bodyPr>
          <a:lstStyle/>
          <a:p>
            <a:pPr marL="0" lvl="0" indent="0" algn="r" rtl="0">
              <a:spcBef>
                <a:spcPts val="0"/>
              </a:spcBef>
              <a:spcAft>
                <a:spcPts val="0"/>
              </a:spcAft>
              <a:buClr>
                <a:schemeClr val="dk1"/>
              </a:buClr>
              <a:buSzPts val="4400"/>
              <a:buFont typeface="Calibri"/>
              <a:buNone/>
            </a:pPr>
            <a:r>
              <a:rPr lang="en-US" sz="3500">
                <a:solidFill>
                  <a:srgbClr val="FFFFFF"/>
                </a:solidFill>
              </a:rPr>
              <a:t>Thank you!</a:t>
            </a:r>
          </a:p>
        </p:txBody>
      </p:sp>
      <p:sp>
        <p:nvSpPr>
          <p:cNvPr id="212" name="Google Shape;212;p15"/>
          <p:cNvSpPr txBox="1">
            <a:spLocks noGrp="1"/>
          </p:cNvSpPr>
          <p:nvPr>
            <p:ph type="body" idx="1"/>
          </p:nvPr>
        </p:nvSpPr>
        <p:spPr>
          <a:xfrm>
            <a:off x="4877368" y="649480"/>
            <a:ext cx="3646835" cy="5546047"/>
          </a:xfrm>
          <a:prstGeom prst="rect">
            <a:avLst/>
          </a:prstGeom>
        </p:spPr>
        <p:txBody>
          <a:bodyPr spcFirstLastPara="1" lIns="91425" tIns="45700" rIns="91425" bIns="45700" anchor="ctr" anchorCtr="0">
            <a:normAutofit/>
          </a:bodyPr>
          <a:lstStyle/>
          <a:p>
            <a:pPr marL="342900" lvl="0" indent="0" rtl="0">
              <a:spcBef>
                <a:spcPts val="0"/>
              </a:spcBef>
              <a:spcAft>
                <a:spcPts val="600"/>
              </a:spcAft>
              <a:buNone/>
            </a:pPr>
            <a:endParaRPr lang="en-US" sz="1700"/>
          </a:p>
          <a:p>
            <a:pPr marL="342900" lvl="0" indent="0" rtl="0">
              <a:spcBef>
                <a:spcPts val="0"/>
              </a:spcBef>
              <a:spcAft>
                <a:spcPts val="600"/>
              </a:spcAft>
              <a:buNone/>
            </a:pPr>
            <a:endParaRPr lang="en-US" sz="1700"/>
          </a:p>
          <a:p>
            <a:pPr marL="342900" lvl="0" indent="0" rtl="0">
              <a:spcBef>
                <a:spcPts val="0"/>
              </a:spcBef>
              <a:spcAft>
                <a:spcPts val="600"/>
              </a:spcAft>
              <a:buNone/>
            </a:pPr>
            <a:endParaRPr lang="en-US" sz="1700"/>
          </a:p>
          <a:p>
            <a:pPr marL="342900" lvl="0" indent="0" rtl="0">
              <a:spcBef>
                <a:spcPts val="0"/>
              </a:spcBef>
              <a:spcAft>
                <a:spcPts val="600"/>
              </a:spcAft>
              <a:buNone/>
            </a:pPr>
            <a:endParaRPr lang="en-US" sz="1700"/>
          </a:p>
          <a:p>
            <a:pPr marL="342900" lvl="0" indent="0" rtl="0">
              <a:spcBef>
                <a:spcPts val="0"/>
              </a:spcBef>
              <a:spcAft>
                <a:spcPts val="600"/>
              </a:spcAft>
              <a:buNone/>
            </a:pPr>
            <a:r>
              <a:rPr lang="en-US" sz="1700"/>
              <a:t>Questions?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734</Words>
  <Application>Microsoft Office PowerPoint</Application>
  <PresentationFormat>On-screen Show (4:3)</PresentationFormat>
  <Paragraphs>106</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Enigma Academy </vt:lpstr>
      <vt:lpstr>The Problem</vt:lpstr>
      <vt:lpstr>The Solution</vt:lpstr>
      <vt:lpstr>Project Goals &amp; Objectives</vt:lpstr>
      <vt:lpstr>Analysis of Existing Solutions</vt:lpstr>
      <vt:lpstr>How is Enigma academy different? </vt:lpstr>
      <vt:lpstr>Overview of Enigma Academy</vt:lpstr>
      <vt:lpstr>Key Features</vt:lpstr>
      <vt:lpstr>Technical Aspects</vt:lpstr>
      <vt:lpstr>Development Challenges &amp; Solutions</vt:lpstr>
      <vt:lpstr>Game Architecture Diagram</vt:lpstr>
      <vt:lpstr>Presentation Layer</vt:lpstr>
      <vt:lpstr>Game Logic Layer</vt:lpstr>
      <vt:lpstr>Data Management Layer</vt:lpstr>
      <vt:lpstr>Game Flow – How the Player Progresses</vt:lpstr>
      <vt:lpstr>Use Case Diagram</vt:lpstr>
      <vt:lpstr>Activity Diagram</vt:lpstr>
      <vt:lpstr>Testing &amp; Evaluation Plan</vt:lpstr>
      <vt:lpstr>Project Impact &amp; Future Improvements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abode</dc:creator>
  <cp:lastModifiedBy>עבד אללטיף זועבי</cp:lastModifiedBy>
  <cp:revision>2</cp:revision>
  <dcterms:created xsi:type="dcterms:W3CDTF">2013-01-27T09:14:16Z</dcterms:created>
  <dcterms:modified xsi:type="dcterms:W3CDTF">2025-01-30T16:11:30Z</dcterms:modified>
</cp:coreProperties>
</file>