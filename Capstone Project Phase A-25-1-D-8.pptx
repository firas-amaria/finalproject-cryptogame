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5"/>
  </p:notesMasterIdLst>
  <p:sldIdLst>
    <p:sldId id="298" r:id="rId2"/>
    <p:sldId id="257" r:id="rId3"/>
    <p:sldId id="258" r:id="rId4"/>
    <p:sldId id="277" r:id="rId5"/>
    <p:sldId id="278" r:id="rId6"/>
    <p:sldId id="295" r:id="rId7"/>
    <p:sldId id="279" r:id="rId8"/>
    <p:sldId id="259" r:id="rId9"/>
    <p:sldId id="260" r:id="rId10"/>
    <p:sldId id="261" r:id="rId11"/>
    <p:sldId id="262" r:id="rId12"/>
    <p:sldId id="284" r:id="rId13"/>
    <p:sldId id="294" r:id="rId14"/>
    <p:sldId id="285" r:id="rId15"/>
    <p:sldId id="283" r:id="rId16"/>
    <p:sldId id="282" r:id="rId17"/>
    <p:sldId id="264" r:id="rId18"/>
    <p:sldId id="266" r:id="rId19"/>
    <p:sldId id="270" r:id="rId20"/>
    <p:sldId id="286" r:id="rId21"/>
    <p:sldId id="287" r:id="rId22"/>
    <p:sldId id="289" r:id="rId23"/>
    <p:sldId id="293" r:id="rId24"/>
    <p:sldId id="291" r:id="rId25"/>
    <p:sldId id="288" r:id="rId26"/>
    <p:sldId id="292" r:id="rId27"/>
    <p:sldId id="272" r:id="rId28"/>
    <p:sldId id="273" r:id="rId29"/>
    <p:sldId id="296" r:id="rId30"/>
    <p:sldId id="297" r:id="rId31"/>
    <p:sldId id="274" r:id="rId32"/>
    <p:sldId id="275" r:id="rId33"/>
    <p:sldId id="276" r:id="rId34"/>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0" roundtripDataSignature="AMtx7mjgkDv8zmdqUSK5xY/l3Mvh26RU8g=="/>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firas amaria" initials="" lastIdx="3" clrIdx="0"/>
  <p:cmAuthor id="1" name="פיראס עמרייה" initials="FA" lastIdx="14" clrIdx="1">
    <p:extLst>
      <p:ext uri="{19B8F6BF-5375-455C-9EA6-DF929625EA0E}">
        <p15:presenceInfo xmlns:p15="http://schemas.microsoft.com/office/powerpoint/2012/main" userId="S::Firas.Amaria@e.braude.ac.il::0d508f20-cc8b-4ac5-b221-92a0edb89462" providerId="AD"/>
      </p:ext>
    </p:extLst>
  </p:cmAuthor>
  <p:cmAuthor id="2" name="עבד אללטיף זועבי" initials="עז" lastIdx="1" clrIdx="2">
    <p:extLst>
      <p:ext uri="{19B8F6BF-5375-455C-9EA6-DF929625EA0E}">
        <p15:presenceInfo xmlns:p15="http://schemas.microsoft.com/office/powerpoint/2012/main" userId="S::abed.ellateef.zoabi@e.braude.ac.il::fc716586-bd44-4183-a1df-cac635d5bf7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ED6"/>
    <a:srgbClr val="CC9900"/>
    <a:srgbClr val="FFCC00"/>
    <a:srgbClr val="B2CB7F"/>
    <a:srgbClr val="AC9AC2"/>
    <a:srgbClr val="A0BF61"/>
    <a:srgbClr val="9982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D9112C-DEF0-417B-B0A8-224DC5047184}" v="617" dt="2025-02-02T16:21:14.952"/>
    <p1510:client id="{C188988F-4F5D-47F5-ABCC-D364BB30792C}" v="89" dt="2025-02-02T18:55:21.7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179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40" Type="http://customschemas.google.com/relationships/presentationmetadata" Target="meta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46" Type="http://schemas.microsoft.com/office/2015/10/relationships/revisionInfo" Target="revisionInfo.xml"/></Relationships>
</file>

<file path=ppt/diagrams/_rels/data1.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s>
</file>

<file path=ppt/diagrams/_rels/data3.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19.png"/><Relationship Id="rId7" Type="http://schemas.openxmlformats.org/officeDocument/2006/relationships/image" Target="../media/image41.png"/><Relationship Id="rId12" Type="http://schemas.openxmlformats.org/officeDocument/2006/relationships/image" Target="../media/image46.sv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40.svg"/><Relationship Id="rId11" Type="http://schemas.openxmlformats.org/officeDocument/2006/relationships/image" Target="../media/image45.png"/><Relationship Id="rId5" Type="http://schemas.openxmlformats.org/officeDocument/2006/relationships/image" Target="../media/image39.png"/><Relationship Id="rId10" Type="http://schemas.openxmlformats.org/officeDocument/2006/relationships/image" Target="../media/image44.svg"/><Relationship Id="rId4" Type="http://schemas.openxmlformats.org/officeDocument/2006/relationships/image" Target="../media/image38.svg"/><Relationship Id="rId9" Type="http://schemas.openxmlformats.org/officeDocument/2006/relationships/image" Target="../media/image43.png"/></Relationships>
</file>

<file path=ppt/diagrams/_rels/data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svg"/><Relationship Id="rId1" Type="http://schemas.openxmlformats.org/officeDocument/2006/relationships/image" Target="../media/image58.png"/><Relationship Id="rId4" Type="http://schemas.openxmlformats.org/officeDocument/2006/relationships/image" Target="../media/image61.svg"/></Relationships>
</file>

<file path=ppt/diagrams/_rels/data5.xml.rels><?xml version="1.0" encoding="UTF-8" standalone="yes"?>
<Relationships xmlns="http://schemas.openxmlformats.org/package/2006/relationships"><Relationship Id="rId8" Type="http://schemas.openxmlformats.org/officeDocument/2006/relationships/image" Target="../media/image69.sv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63.svg"/><Relationship Id="rId1" Type="http://schemas.openxmlformats.org/officeDocument/2006/relationships/image" Target="../media/image62.png"/><Relationship Id="rId6" Type="http://schemas.openxmlformats.org/officeDocument/2006/relationships/image" Target="../media/image67.svg"/><Relationship Id="rId5" Type="http://schemas.openxmlformats.org/officeDocument/2006/relationships/image" Target="../media/image66.png"/><Relationship Id="rId10" Type="http://schemas.openxmlformats.org/officeDocument/2006/relationships/image" Target="../media/image71.svg"/><Relationship Id="rId4" Type="http://schemas.openxmlformats.org/officeDocument/2006/relationships/image" Target="../media/image65.svg"/><Relationship Id="rId9" Type="http://schemas.openxmlformats.org/officeDocument/2006/relationships/image" Target="../media/image70.png"/></Relationships>
</file>

<file path=ppt/diagrams/_rels/data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74.svg"/><Relationship Id="rId1" Type="http://schemas.openxmlformats.org/officeDocument/2006/relationships/image" Target="../media/image73.png"/><Relationship Id="rId6" Type="http://schemas.openxmlformats.org/officeDocument/2006/relationships/image" Target="../media/image76.svg"/><Relationship Id="rId5" Type="http://schemas.openxmlformats.org/officeDocument/2006/relationships/image" Target="../media/image75.png"/><Relationship Id="rId4" Type="http://schemas.openxmlformats.org/officeDocument/2006/relationships/image" Target="../media/image63.svg"/></Relationships>
</file>

<file path=ppt/diagrams/_rels/drawing1.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s>
</file>

<file path=ppt/diagrams/_rels/drawing3.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19.png"/><Relationship Id="rId7" Type="http://schemas.openxmlformats.org/officeDocument/2006/relationships/image" Target="../media/image41.png"/><Relationship Id="rId12" Type="http://schemas.openxmlformats.org/officeDocument/2006/relationships/image" Target="../media/image46.svg"/><Relationship Id="rId2" Type="http://schemas.openxmlformats.org/officeDocument/2006/relationships/image" Target="../media/image37.svg"/><Relationship Id="rId1" Type="http://schemas.openxmlformats.org/officeDocument/2006/relationships/image" Target="../media/image36.png"/><Relationship Id="rId6" Type="http://schemas.openxmlformats.org/officeDocument/2006/relationships/image" Target="../media/image40.svg"/><Relationship Id="rId11" Type="http://schemas.openxmlformats.org/officeDocument/2006/relationships/image" Target="../media/image45.png"/><Relationship Id="rId5" Type="http://schemas.openxmlformats.org/officeDocument/2006/relationships/image" Target="../media/image39.png"/><Relationship Id="rId10" Type="http://schemas.openxmlformats.org/officeDocument/2006/relationships/image" Target="../media/image44.svg"/><Relationship Id="rId4" Type="http://schemas.openxmlformats.org/officeDocument/2006/relationships/image" Target="../media/image38.svg"/><Relationship Id="rId9" Type="http://schemas.openxmlformats.org/officeDocument/2006/relationships/image" Target="../media/image43.png"/></Relationships>
</file>

<file path=ppt/diagrams/_rels/drawing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svg"/><Relationship Id="rId1" Type="http://schemas.openxmlformats.org/officeDocument/2006/relationships/image" Target="../media/image58.png"/><Relationship Id="rId4" Type="http://schemas.openxmlformats.org/officeDocument/2006/relationships/image" Target="../media/image61.svg"/></Relationships>
</file>

<file path=ppt/diagrams/_rels/drawing5.xml.rels><?xml version="1.0" encoding="UTF-8" standalone="yes"?>
<Relationships xmlns="http://schemas.openxmlformats.org/package/2006/relationships"><Relationship Id="rId8" Type="http://schemas.openxmlformats.org/officeDocument/2006/relationships/image" Target="../media/image69.sv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63.svg"/><Relationship Id="rId1" Type="http://schemas.openxmlformats.org/officeDocument/2006/relationships/image" Target="../media/image62.png"/><Relationship Id="rId6" Type="http://schemas.openxmlformats.org/officeDocument/2006/relationships/image" Target="../media/image67.svg"/><Relationship Id="rId5" Type="http://schemas.openxmlformats.org/officeDocument/2006/relationships/image" Target="../media/image66.png"/><Relationship Id="rId10" Type="http://schemas.openxmlformats.org/officeDocument/2006/relationships/image" Target="../media/image71.svg"/><Relationship Id="rId4" Type="http://schemas.openxmlformats.org/officeDocument/2006/relationships/image" Target="../media/image65.svg"/><Relationship Id="rId9" Type="http://schemas.openxmlformats.org/officeDocument/2006/relationships/image" Target="../media/image70.png"/></Relationships>
</file>

<file path=ppt/diagrams/_rels/drawing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74.svg"/><Relationship Id="rId1" Type="http://schemas.openxmlformats.org/officeDocument/2006/relationships/image" Target="../media/image73.png"/><Relationship Id="rId6" Type="http://schemas.openxmlformats.org/officeDocument/2006/relationships/image" Target="../media/image76.svg"/><Relationship Id="rId5" Type="http://schemas.openxmlformats.org/officeDocument/2006/relationships/image" Target="../media/image75.png"/><Relationship Id="rId4" Type="http://schemas.openxmlformats.org/officeDocument/2006/relationships/image" Target="../media/image63.sv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accent6_2">
  <dgm:title val=""/>
  <dgm:desc val=""/>
  <dgm:catLst>
    <dgm:cat type="accent6" pri="16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a:alpha val="0"/>
      </a:schemeClr>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7556815-93FD-427F-A576-F50F69CB7CB5}"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44662AE7-A0D3-4425-8A87-37D72134E71B}">
      <dgm:prSet/>
      <dgm:spPr/>
      <dgm:t>
        <a:bodyPr/>
        <a:lstStyle/>
        <a:p>
          <a:pPr>
            <a:defRPr cap="all"/>
          </a:pPr>
          <a:r>
            <a:rPr lang="en-US"/>
            <a:t>Target Audience</a:t>
          </a:r>
        </a:p>
      </dgm:t>
    </dgm:pt>
    <dgm:pt modelId="{ED805D1D-67E9-4A2E-A4F7-24F322470B8F}" type="parTrans" cxnId="{E93F93E2-3A7B-45AA-B3B8-70620454E162}">
      <dgm:prSet/>
      <dgm:spPr/>
      <dgm:t>
        <a:bodyPr/>
        <a:lstStyle/>
        <a:p>
          <a:endParaRPr lang="en-US"/>
        </a:p>
      </dgm:t>
    </dgm:pt>
    <dgm:pt modelId="{8E012207-FB95-4D4F-B1A8-0BBA197BCB44}" type="sibTrans" cxnId="{E93F93E2-3A7B-45AA-B3B8-70620454E162}">
      <dgm:prSet/>
      <dgm:spPr/>
      <dgm:t>
        <a:bodyPr/>
        <a:lstStyle/>
        <a:p>
          <a:endParaRPr lang="en-US"/>
        </a:p>
      </dgm:t>
    </dgm:pt>
    <dgm:pt modelId="{6E3F388F-E371-4B45-BEA8-F3269AD71740}">
      <dgm:prSet/>
      <dgm:spPr/>
      <dgm:t>
        <a:bodyPr/>
        <a:lstStyle/>
        <a:p>
          <a:pPr>
            <a:defRPr cap="all"/>
          </a:pPr>
          <a:r>
            <a:rPr lang="en-US"/>
            <a:t>Educational scope</a:t>
          </a:r>
        </a:p>
      </dgm:t>
    </dgm:pt>
    <dgm:pt modelId="{2CB9CC6E-3759-405B-B180-B147005314B3}" type="parTrans" cxnId="{91818ACA-9319-4A44-BA1A-1FCE62080035}">
      <dgm:prSet/>
      <dgm:spPr/>
      <dgm:t>
        <a:bodyPr/>
        <a:lstStyle/>
        <a:p>
          <a:endParaRPr lang="en-US"/>
        </a:p>
      </dgm:t>
    </dgm:pt>
    <dgm:pt modelId="{51B2E6B8-4C61-4B1A-B2E1-8DDB1AA44DC9}" type="sibTrans" cxnId="{91818ACA-9319-4A44-BA1A-1FCE62080035}">
      <dgm:prSet/>
      <dgm:spPr/>
      <dgm:t>
        <a:bodyPr/>
        <a:lstStyle/>
        <a:p>
          <a:endParaRPr lang="en-US"/>
        </a:p>
      </dgm:t>
    </dgm:pt>
    <dgm:pt modelId="{43B9AEAB-09C2-4218-9A4F-35FF96DCC420}">
      <dgm:prSet/>
      <dgm:spPr/>
      <dgm:t>
        <a:bodyPr/>
        <a:lstStyle/>
        <a:p>
          <a:pPr>
            <a:defRPr cap="all"/>
          </a:pPr>
          <a:r>
            <a:rPr lang="en-US"/>
            <a:t>Gameplay </a:t>
          </a:r>
        </a:p>
      </dgm:t>
    </dgm:pt>
    <dgm:pt modelId="{6C5A969B-7191-44AA-A984-67E5869C283B}" type="parTrans" cxnId="{AC8213E3-886B-4FE3-A98A-9F0ED3C2A387}">
      <dgm:prSet/>
      <dgm:spPr/>
      <dgm:t>
        <a:bodyPr/>
        <a:lstStyle/>
        <a:p>
          <a:endParaRPr lang="en-US"/>
        </a:p>
      </dgm:t>
    </dgm:pt>
    <dgm:pt modelId="{35436DD9-93F1-4826-B782-3401F308218A}" type="sibTrans" cxnId="{AC8213E3-886B-4FE3-A98A-9F0ED3C2A387}">
      <dgm:prSet/>
      <dgm:spPr/>
      <dgm:t>
        <a:bodyPr/>
        <a:lstStyle/>
        <a:p>
          <a:endParaRPr lang="en-US"/>
        </a:p>
      </dgm:t>
    </dgm:pt>
    <dgm:pt modelId="{5D8C1C5B-C3E3-452D-A31D-EAB4670593FB}">
      <dgm:prSet/>
      <dgm:spPr/>
      <dgm:t>
        <a:bodyPr/>
        <a:lstStyle/>
        <a:p>
          <a:pPr>
            <a:defRPr cap="all"/>
          </a:pPr>
          <a:r>
            <a:rPr lang="en-US"/>
            <a:t>Complexity and depth</a:t>
          </a:r>
        </a:p>
      </dgm:t>
    </dgm:pt>
    <dgm:pt modelId="{362181F7-5584-425F-9627-492F159AED3D}" type="parTrans" cxnId="{C9823890-07FF-4BF1-BCD3-7F1D554D06D0}">
      <dgm:prSet/>
      <dgm:spPr/>
      <dgm:t>
        <a:bodyPr/>
        <a:lstStyle/>
        <a:p>
          <a:endParaRPr lang="en-US"/>
        </a:p>
      </dgm:t>
    </dgm:pt>
    <dgm:pt modelId="{73519009-FD51-4B7C-B585-2ED51D963D80}" type="sibTrans" cxnId="{C9823890-07FF-4BF1-BCD3-7F1D554D06D0}">
      <dgm:prSet/>
      <dgm:spPr/>
      <dgm:t>
        <a:bodyPr/>
        <a:lstStyle/>
        <a:p>
          <a:endParaRPr lang="en-US"/>
        </a:p>
      </dgm:t>
    </dgm:pt>
    <dgm:pt modelId="{9CFE20E1-DC46-457B-B88F-FAA90310288E}">
      <dgm:prSet/>
      <dgm:spPr/>
      <dgm:t>
        <a:bodyPr/>
        <a:lstStyle/>
        <a:p>
          <a:pPr>
            <a:defRPr cap="all"/>
          </a:pPr>
          <a:r>
            <a:rPr lang="en-US"/>
            <a:t>Learning outcomes</a:t>
          </a:r>
        </a:p>
      </dgm:t>
    </dgm:pt>
    <dgm:pt modelId="{17F58264-27C8-4D38-8362-B85A0933AA06}" type="parTrans" cxnId="{4D3419BE-A2BB-415B-A5C4-42B35B090110}">
      <dgm:prSet/>
      <dgm:spPr/>
      <dgm:t>
        <a:bodyPr/>
        <a:lstStyle/>
        <a:p>
          <a:endParaRPr lang="en-US"/>
        </a:p>
      </dgm:t>
    </dgm:pt>
    <dgm:pt modelId="{5C1E7D6A-A22A-4B1C-8602-8FFCF3491146}" type="sibTrans" cxnId="{4D3419BE-A2BB-415B-A5C4-42B35B090110}">
      <dgm:prSet/>
      <dgm:spPr/>
      <dgm:t>
        <a:bodyPr/>
        <a:lstStyle/>
        <a:p>
          <a:endParaRPr lang="en-US"/>
        </a:p>
      </dgm:t>
    </dgm:pt>
    <dgm:pt modelId="{44CC919C-D465-40F7-9AC7-05A5F6A493C3}" type="pres">
      <dgm:prSet presAssocID="{A7556815-93FD-427F-A576-F50F69CB7CB5}" presName="root" presStyleCnt="0">
        <dgm:presLayoutVars>
          <dgm:dir/>
          <dgm:resizeHandles val="exact"/>
        </dgm:presLayoutVars>
      </dgm:prSet>
      <dgm:spPr/>
    </dgm:pt>
    <dgm:pt modelId="{F7DA43D0-B9BD-4D7D-85B5-9E3633DC8C6E}" type="pres">
      <dgm:prSet presAssocID="{44662AE7-A0D3-4425-8A87-37D72134E71B}" presName="compNode" presStyleCnt="0"/>
      <dgm:spPr/>
    </dgm:pt>
    <dgm:pt modelId="{499370FD-F06E-4134-8FC5-459FAA5F0DB0}" type="pres">
      <dgm:prSet presAssocID="{44662AE7-A0D3-4425-8A87-37D72134E71B}" presName="iconBgRect" presStyleLbl="bgShp" presStyleIdx="0" presStyleCnt="5"/>
      <dgm:spPr/>
    </dgm:pt>
    <dgm:pt modelId="{88232C2E-0564-404B-8C72-44965D8C87BD}" type="pres">
      <dgm:prSet presAssocID="{44662AE7-A0D3-4425-8A87-37D72134E71B}"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roup"/>
        </a:ext>
      </dgm:extLst>
    </dgm:pt>
    <dgm:pt modelId="{9B7D453F-D109-4FC0-99D9-1CDFE667AE2A}" type="pres">
      <dgm:prSet presAssocID="{44662AE7-A0D3-4425-8A87-37D72134E71B}" presName="spaceRect" presStyleCnt="0"/>
      <dgm:spPr/>
    </dgm:pt>
    <dgm:pt modelId="{16FC81B3-00B6-40C2-8A10-DE90EC8DC320}" type="pres">
      <dgm:prSet presAssocID="{44662AE7-A0D3-4425-8A87-37D72134E71B}" presName="textRect" presStyleLbl="revTx" presStyleIdx="0" presStyleCnt="5">
        <dgm:presLayoutVars>
          <dgm:chMax val="1"/>
          <dgm:chPref val="1"/>
        </dgm:presLayoutVars>
      </dgm:prSet>
      <dgm:spPr/>
    </dgm:pt>
    <dgm:pt modelId="{2A0BF9F4-3025-440B-9696-BFC1F2BB9347}" type="pres">
      <dgm:prSet presAssocID="{8E012207-FB95-4D4F-B1A8-0BBA197BCB44}" presName="sibTrans" presStyleCnt="0"/>
      <dgm:spPr/>
    </dgm:pt>
    <dgm:pt modelId="{F6C262DB-3D31-4808-A882-B6BEC279BE16}" type="pres">
      <dgm:prSet presAssocID="{6E3F388F-E371-4B45-BEA8-F3269AD71740}" presName="compNode" presStyleCnt="0"/>
      <dgm:spPr/>
    </dgm:pt>
    <dgm:pt modelId="{40F62823-AA6D-4263-AA59-ACE68C942F40}" type="pres">
      <dgm:prSet presAssocID="{6E3F388F-E371-4B45-BEA8-F3269AD71740}" presName="iconBgRect" presStyleLbl="bgShp" presStyleIdx="1" presStyleCnt="5"/>
      <dgm:spPr/>
    </dgm:pt>
    <dgm:pt modelId="{AB655A34-A499-419E-A5D3-FB07F313FF53}" type="pres">
      <dgm:prSet presAssocID="{6E3F388F-E371-4B45-BEA8-F3269AD71740}"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ooks"/>
        </a:ext>
      </dgm:extLst>
    </dgm:pt>
    <dgm:pt modelId="{3EDA7A9D-4A56-4CC2-884D-72E1283E1420}" type="pres">
      <dgm:prSet presAssocID="{6E3F388F-E371-4B45-BEA8-F3269AD71740}" presName="spaceRect" presStyleCnt="0"/>
      <dgm:spPr/>
    </dgm:pt>
    <dgm:pt modelId="{96055CB5-A644-4906-BF5F-6530766578A9}" type="pres">
      <dgm:prSet presAssocID="{6E3F388F-E371-4B45-BEA8-F3269AD71740}" presName="textRect" presStyleLbl="revTx" presStyleIdx="1" presStyleCnt="5">
        <dgm:presLayoutVars>
          <dgm:chMax val="1"/>
          <dgm:chPref val="1"/>
        </dgm:presLayoutVars>
      </dgm:prSet>
      <dgm:spPr/>
    </dgm:pt>
    <dgm:pt modelId="{16D99381-E568-45C6-ADD5-F7533CC5C3C2}" type="pres">
      <dgm:prSet presAssocID="{51B2E6B8-4C61-4B1A-B2E1-8DDB1AA44DC9}" presName="sibTrans" presStyleCnt="0"/>
      <dgm:spPr/>
    </dgm:pt>
    <dgm:pt modelId="{81813201-6CD8-4B62-95E8-4C55CC666FB1}" type="pres">
      <dgm:prSet presAssocID="{43B9AEAB-09C2-4218-9A4F-35FF96DCC420}" presName="compNode" presStyleCnt="0"/>
      <dgm:spPr/>
    </dgm:pt>
    <dgm:pt modelId="{C951DD91-260F-4746-B5F6-8B1307199879}" type="pres">
      <dgm:prSet presAssocID="{43B9AEAB-09C2-4218-9A4F-35FF96DCC420}" presName="iconBgRect" presStyleLbl="bgShp" presStyleIdx="2" presStyleCnt="5"/>
      <dgm:spPr/>
    </dgm:pt>
    <dgm:pt modelId="{86A5BCCC-94E3-45D0-88B9-D262D432F8FC}" type="pres">
      <dgm:prSet presAssocID="{43B9AEAB-09C2-4218-9A4F-35FF96DCC420}"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ame controller"/>
        </a:ext>
      </dgm:extLst>
    </dgm:pt>
    <dgm:pt modelId="{D01D30F4-7106-49F1-9EC1-755C72C89FD1}" type="pres">
      <dgm:prSet presAssocID="{43B9AEAB-09C2-4218-9A4F-35FF96DCC420}" presName="spaceRect" presStyleCnt="0"/>
      <dgm:spPr/>
    </dgm:pt>
    <dgm:pt modelId="{5819B288-079F-4354-8392-6F5C8D11F88D}" type="pres">
      <dgm:prSet presAssocID="{43B9AEAB-09C2-4218-9A4F-35FF96DCC420}" presName="textRect" presStyleLbl="revTx" presStyleIdx="2" presStyleCnt="5">
        <dgm:presLayoutVars>
          <dgm:chMax val="1"/>
          <dgm:chPref val="1"/>
        </dgm:presLayoutVars>
      </dgm:prSet>
      <dgm:spPr/>
    </dgm:pt>
    <dgm:pt modelId="{A90CB510-9AF7-4059-972C-009DBE424278}" type="pres">
      <dgm:prSet presAssocID="{35436DD9-93F1-4826-B782-3401F308218A}" presName="sibTrans" presStyleCnt="0"/>
      <dgm:spPr/>
    </dgm:pt>
    <dgm:pt modelId="{591CAB6D-A7A8-431E-A574-F18C29E701BC}" type="pres">
      <dgm:prSet presAssocID="{5D8C1C5B-C3E3-452D-A31D-EAB4670593FB}" presName="compNode" presStyleCnt="0"/>
      <dgm:spPr/>
    </dgm:pt>
    <dgm:pt modelId="{2A3E44BA-BA9A-4444-BA14-A50D1BFFACF4}" type="pres">
      <dgm:prSet presAssocID="{5D8C1C5B-C3E3-452D-A31D-EAB4670593FB}" presName="iconBgRect" presStyleLbl="bgShp" presStyleIdx="3" presStyleCnt="5"/>
      <dgm:spPr/>
    </dgm:pt>
    <dgm:pt modelId="{93C540A4-966E-45F2-AD58-EAA3FFF7A410}" type="pres">
      <dgm:prSet presAssocID="{5D8C1C5B-C3E3-452D-A31D-EAB4670593FB}"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ad with Gears"/>
        </a:ext>
      </dgm:extLst>
    </dgm:pt>
    <dgm:pt modelId="{E15061BA-EC8B-4C4E-9E57-AC6DB4E766F5}" type="pres">
      <dgm:prSet presAssocID="{5D8C1C5B-C3E3-452D-A31D-EAB4670593FB}" presName="spaceRect" presStyleCnt="0"/>
      <dgm:spPr/>
    </dgm:pt>
    <dgm:pt modelId="{E55D96BB-CDD9-40DF-92C4-FB6868C73C2F}" type="pres">
      <dgm:prSet presAssocID="{5D8C1C5B-C3E3-452D-A31D-EAB4670593FB}" presName="textRect" presStyleLbl="revTx" presStyleIdx="3" presStyleCnt="5">
        <dgm:presLayoutVars>
          <dgm:chMax val="1"/>
          <dgm:chPref val="1"/>
        </dgm:presLayoutVars>
      </dgm:prSet>
      <dgm:spPr/>
    </dgm:pt>
    <dgm:pt modelId="{DCDE0C0B-FDBD-4F3E-8E7F-4234B4CED372}" type="pres">
      <dgm:prSet presAssocID="{73519009-FD51-4B7C-B585-2ED51D963D80}" presName="sibTrans" presStyleCnt="0"/>
      <dgm:spPr/>
    </dgm:pt>
    <dgm:pt modelId="{9CB58050-4B1B-47F4-AA48-46609259ABC2}" type="pres">
      <dgm:prSet presAssocID="{9CFE20E1-DC46-457B-B88F-FAA90310288E}" presName="compNode" presStyleCnt="0"/>
      <dgm:spPr/>
    </dgm:pt>
    <dgm:pt modelId="{E58F4B0C-F34A-4BA4-846B-21079FA2E130}" type="pres">
      <dgm:prSet presAssocID="{9CFE20E1-DC46-457B-B88F-FAA90310288E}" presName="iconBgRect" presStyleLbl="bgShp" presStyleIdx="4" presStyleCnt="5"/>
      <dgm:spPr/>
    </dgm:pt>
    <dgm:pt modelId="{100B115F-7304-448A-B622-04FB7FC8D96B}" type="pres">
      <dgm:prSet presAssocID="{9CFE20E1-DC46-457B-B88F-FAA90310288E}"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heckmark"/>
        </a:ext>
      </dgm:extLst>
    </dgm:pt>
    <dgm:pt modelId="{298E8C99-84CD-4A4F-9976-90F1B6C95569}" type="pres">
      <dgm:prSet presAssocID="{9CFE20E1-DC46-457B-B88F-FAA90310288E}" presName="spaceRect" presStyleCnt="0"/>
      <dgm:spPr/>
    </dgm:pt>
    <dgm:pt modelId="{24335D3B-7FBC-40B1-91E1-7A52F2EE2DF3}" type="pres">
      <dgm:prSet presAssocID="{9CFE20E1-DC46-457B-B88F-FAA90310288E}" presName="textRect" presStyleLbl="revTx" presStyleIdx="4" presStyleCnt="5">
        <dgm:presLayoutVars>
          <dgm:chMax val="1"/>
          <dgm:chPref val="1"/>
        </dgm:presLayoutVars>
      </dgm:prSet>
      <dgm:spPr/>
    </dgm:pt>
  </dgm:ptLst>
  <dgm:cxnLst>
    <dgm:cxn modelId="{D3292D2C-4681-4F69-96E8-D5752269F6E9}" type="presOf" srcId="{43B9AEAB-09C2-4218-9A4F-35FF96DCC420}" destId="{5819B288-079F-4354-8392-6F5C8D11F88D}" srcOrd="0" destOrd="0" presId="urn:microsoft.com/office/officeart/2018/5/layout/IconCircleLabelList"/>
    <dgm:cxn modelId="{228D1578-BB72-48DC-87F4-12D3B0899AC3}" type="presOf" srcId="{44662AE7-A0D3-4425-8A87-37D72134E71B}" destId="{16FC81B3-00B6-40C2-8A10-DE90EC8DC320}" srcOrd="0" destOrd="0" presId="urn:microsoft.com/office/officeart/2018/5/layout/IconCircleLabelList"/>
    <dgm:cxn modelId="{75353882-D8E7-4476-9DF8-76A24A83F4C4}" type="presOf" srcId="{9CFE20E1-DC46-457B-B88F-FAA90310288E}" destId="{24335D3B-7FBC-40B1-91E1-7A52F2EE2DF3}" srcOrd="0" destOrd="0" presId="urn:microsoft.com/office/officeart/2018/5/layout/IconCircleLabelList"/>
    <dgm:cxn modelId="{C9823890-07FF-4BF1-BCD3-7F1D554D06D0}" srcId="{A7556815-93FD-427F-A576-F50F69CB7CB5}" destId="{5D8C1C5B-C3E3-452D-A31D-EAB4670593FB}" srcOrd="3" destOrd="0" parTransId="{362181F7-5584-425F-9627-492F159AED3D}" sibTransId="{73519009-FD51-4B7C-B585-2ED51D963D80}"/>
    <dgm:cxn modelId="{F616EDB6-24D3-44E5-AED8-9D386FE96FD2}" type="presOf" srcId="{5D8C1C5B-C3E3-452D-A31D-EAB4670593FB}" destId="{E55D96BB-CDD9-40DF-92C4-FB6868C73C2F}" srcOrd="0" destOrd="0" presId="urn:microsoft.com/office/officeart/2018/5/layout/IconCircleLabelList"/>
    <dgm:cxn modelId="{4D3419BE-A2BB-415B-A5C4-42B35B090110}" srcId="{A7556815-93FD-427F-A576-F50F69CB7CB5}" destId="{9CFE20E1-DC46-457B-B88F-FAA90310288E}" srcOrd="4" destOrd="0" parTransId="{17F58264-27C8-4D38-8362-B85A0933AA06}" sibTransId="{5C1E7D6A-A22A-4B1C-8602-8FFCF3491146}"/>
    <dgm:cxn modelId="{578FCFBE-8577-4283-8B91-A40425640DFA}" type="presOf" srcId="{6E3F388F-E371-4B45-BEA8-F3269AD71740}" destId="{96055CB5-A644-4906-BF5F-6530766578A9}" srcOrd="0" destOrd="0" presId="urn:microsoft.com/office/officeart/2018/5/layout/IconCircleLabelList"/>
    <dgm:cxn modelId="{91818ACA-9319-4A44-BA1A-1FCE62080035}" srcId="{A7556815-93FD-427F-A576-F50F69CB7CB5}" destId="{6E3F388F-E371-4B45-BEA8-F3269AD71740}" srcOrd="1" destOrd="0" parTransId="{2CB9CC6E-3759-405B-B180-B147005314B3}" sibTransId="{51B2E6B8-4C61-4B1A-B2E1-8DDB1AA44DC9}"/>
    <dgm:cxn modelId="{E93F93E2-3A7B-45AA-B3B8-70620454E162}" srcId="{A7556815-93FD-427F-A576-F50F69CB7CB5}" destId="{44662AE7-A0D3-4425-8A87-37D72134E71B}" srcOrd="0" destOrd="0" parTransId="{ED805D1D-67E9-4A2E-A4F7-24F322470B8F}" sibTransId="{8E012207-FB95-4D4F-B1A8-0BBA197BCB44}"/>
    <dgm:cxn modelId="{AC8213E3-886B-4FE3-A98A-9F0ED3C2A387}" srcId="{A7556815-93FD-427F-A576-F50F69CB7CB5}" destId="{43B9AEAB-09C2-4218-9A4F-35FF96DCC420}" srcOrd="2" destOrd="0" parTransId="{6C5A969B-7191-44AA-A984-67E5869C283B}" sibTransId="{35436DD9-93F1-4826-B782-3401F308218A}"/>
    <dgm:cxn modelId="{DE345FF2-AEE0-43C5-8806-8AE107240707}" type="presOf" srcId="{A7556815-93FD-427F-A576-F50F69CB7CB5}" destId="{44CC919C-D465-40F7-9AC7-05A5F6A493C3}" srcOrd="0" destOrd="0" presId="urn:microsoft.com/office/officeart/2018/5/layout/IconCircleLabelList"/>
    <dgm:cxn modelId="{49023426-F26F-432C-B7E3-4AB8BC9214D2}" type="presParOf" srcId="{44CC919C-D465-40F7-9AC7-05A5F6A493C3}" destId="{F7DA43D0-B9BD-4D7D-85B5-9E3633DC8C6E}" srcOrd="0" destOrd="0" presId="urn:microsoft.com/office/officeart/2018/5/layout/IconCircleLabelList"/>
    <dgm:cxn modelId="{0A0F1975-A811-4607-A496-22C36D5FFCD5}" type="presParOf" srcId="{F7DA43D0-B9BD-4D7D-85B5-9E3633DC8C6E}" destId="{499370FD-F06E-4134-8FC5-459FAA5F0DB0}" srcOrd="0" destOrd="0" presId="urn:microsoft.com/office/officeart/2018/5/layout/IconCircleLabelList"/>
    <dgm:cxn modelId="{71CF8FBA-F093-4FDE-ADCA-E972508E61B3}" type="presParOf" srcId="{F7DA43D0-B9BD-4D7D-85B5-9E3633DC8C6E}" destId="{88232C2E-0564-404B-8C72-44965D8C87BD}" srcOrd="1" destOrd="0" presId="urn:microsoft.com/office/officeart/2018/5/layout/IconCircleLabelList"/>
    <dgm:cxn modelId="{29070863-E32A-4B21-B608-165E0D39BDE2}" type="presParOf" srcId="{F7DA43D0-B9BD-4D7D-85B5-9E3633DC8C6E}" destId="{9B7D453F-D109-4FC0-99D9-1CDFE667AE2A}" srcOrd="2" destOrd="0" presId="urn:microsoft.com/office/officeart/2018/5/layout/IconCircleLabelList"/>
    <dgm:cxn modelId="{D63664C1-0490-45F6-BD95-CEFDD2AF269A}" type="presParOf" srcId="{F7DA43D0-B9BD-4D7D-85B5-9E3633DC8C6E}" destId="{16FC81B3-00B6-40C2-8A10-DE90EC8DC320}" srcOrd="3" destOrd="0" presId="urn:microsoft.com/office/officeart/2018/5/layout/IconCircleLabelList"/>
    <dgm:cxn modelId="{162BFEB8-1B2A-42A5-9517-8311646A73F1}" type="presParOf" srcId="{44CC919C-D465-40F7-9AC7-05A5F6A493C3}" destId="{2A0BF9F4-3025-440B-9696-BFC1F2BB9347}" srcOrd="1" destOrd="0" presId="urn:microsoft.com/office/officeart/2018/5/layout/IconCircleLabelList"/>
    <dgm:cxn modelId="{DA865DE1-A880-49D5-9A34-5C5AF231FEAE}" type="presParOf" srcId="{44CC919C-D465-40F7-9AC7-05A5F6A493C3}" destId="{F6C262DB-3D31-4808-A882-B6BEC279BE16}" srcOrd="2" destOrd="0" presId="urn:microsoft.com/office/officeart/2018/5/layout/IconCircleLabelList"/>
    <dgm:cxn modelId="{6882AEE8-3418-4621-B97F-AEDCAA300E0E}" type="presParOf" srcId="{F6C262DB-3D31-4808-A882-B6BEC279BE16}" destId="{40F62823-AA6D-4263-AA59-ACE68C942F40}" srcOrd="0" destOrd="0" presId="urn:microsoft.com/office/officeart/2018/5/layout/IconCircleLabelList"/>
    <dgm:cxn modelId="{580E6FB8-1523-460D-A3A4-1FBE6434D639}" type="presParOf" srcId="{F6C262DB-3D31-4808-A882-B6BEC279BE16}" destId="{AB655A34-A499-419E-A5D3-FB07F313FF53}" srcOrd="1" destOrd="0" presId="urn:microsoft.com/office/officeart/2018/5/layout/IconCircleLabelList"/>
    <dgm:cxn modelId="{7CC0A350-5B86-49C3-8ACC-A7E70283F4A1}" type="presParOf" srcId="{F6C262DB-3D31-4808-A882-B6BEC279BE16}" destId="{3EDA7A9D-4A56-4CC2-884D-72E1283E1420}" srcOrd="2" destOrd="0" presId="urn:microsoft.com/office/officeart/2018/5/layout/IconCircleLabelList"/>
    <dgm:cxn modelId="{574C81C2-C47B-4C49-AFFC-F826383FB28C}" type="presParOf" srcId="{F6C262DB-3D31-4808-A882-B6BEC279BE16}" destId="{96055CB5-A644-4906-BF5F-6530766578A9}" srcOrd="3" destOrd="0" presId="urn:microsoft.com/office/officeart/2018/5/layout/IconCircleLabelList"/>
    <dgm:cxn modelId="{9503B131-D046-4F09-9909-412E6F36648C}" type="presParOf" srcId="{44CC919C-D465-40F7-9AC7-05A5F6A493C3}" destId="{16D99381-E568-45C6-ADD5-F7533CC5C3C2}" srcOrd="3" destOrd="0" presId="urn:microsoft.com/office/officeart/2018/5/layout/IconCircleLabelList"/>
    <dgm:cxn modelId="{7516F127-65E4-4729-AB9D-38EB82B51D29}" type="presParOf" srcId="{44CC919C-D465-40F7-9AC7-05A5F6A493C3}" destId="{81813201-6CD8-4B62-95E8-4C55CC666FB1}" srcOrd="4" destOrd="0" presId="urn:microsoft.com/office/officeart/2018/5/layout/IconCircleLabelList"/>
    <dgm:cxn modelId="{0127DAC3-9B36-4212-B5EC-A401004E6D89}" type="presParOf" srcId="{81813201-6CD8-4B62-95E8-4C55CC666FB1}" destId="{C951DD91-260F-4746-B5F6-8B1307199879}" srcOrd="0" destOrd="0" presId="urn:microsoft.com/office/officeart/2018/5/layout/IconCircleLabelList"/>
    <dgm:cxn modelId="{90C40BD8-717C-47E9-A640-C34C8B792E75}" type="presParOf" srcId="{81813201-6CD8-4B62-95E8-4C55CC666FB1}" destId="{86A5BCCC-94E3-45D0-88B9-D262D432F8FC}" srcOrd="1" destOrd="0" presId="urn:microsoft.com/office/officeart/2018/5/layout/IconCircleLabelList"/>
    <dgm:cxn modelId="{6466F79A-ACEA-4D17-8778-DD55B2F5CA12}" type="presParOf" srcId="{81813201-6CD8-4B62-95E8-4C55CC666FB1}" destId="{D01D30F4-7106-49F1-9EC1-755C72C89FD1}" srcOrd="2" destOrd="0" presId="urn:microsoft.com/office/officeart/2018/5/layout/IconCircleLabelList"/>
    <dgm:cxn modelId="{BB42AC98-3F58-4C22-B898-1E16436AF8D5}" type="presParOf" srcId="{81813201-6CD8-4B62-95E8-4C55CC666FB1}" destId="{5819B288-079F-4354-8392-6F5C8D11F88D}" srcOrd="3" destOrd="0" presId="urn:microsoft.com/office/officeart/2018/5/layout/IconCircleLabelList"/>
    <dgm:cxn modelId="{B44280BB-9EFC-4B23-AE24-CB4D188AD21A}" type="presParOf" srcId="{44CC919C-D465-40F7-9AC7-05A5F6A493C3}" destId="{A90CB510-9AF7-4059-972C-009DBE424278}" srcOrd="5" destOrd="0" presId="urn:microsoft.com/office/officeart/2018/5/layout/IconCircleLabelList"/>
    <dgm:cxn modelId="{BDFFAE17-BB59-4B07-B909-C9F1D2D15FFB}" type="presParOf" srcId="{44CC919C-D465-40F7-9AC7-05A5F6A493C3}" destId="{591CAB6D-A7A8-431E-A574-F18C29E701BC}" srcOrd="6" destOrd="0" presId="urn:microsoft.com/office/officeart/2018/5/layout/IconCircleLabelList"/>
    <dgm:cxn modelId="{961099BF-9AA4-4D67-97CE-30B466DA3133}" type="presParOf" srcId="{591CAB6D-A7A8-431E-A574-F18C29E701BC}" destId="{2A3E44BA-BA9A-4444-BA14-A50D1BFFACF4}" srcOrd="0" destOrd="0" presId="urn:microsoft.com/office/officeart/2018/5/layout/IconCircleLabelList"/>
    <dgm:cxn modelId="{CBE717E8-BEB9-44CB-B2DC-6D78A35EF5E2}" type="presParOf" srcId="{591CAB6D-A7A8-431E-A574-F18C29E701BC}" destId="{93C540A4-966E-45F2-AD58-EAA3FFF7A410}" srcOrd="1" destOrd="0" presId="urn:microsoft.com/office/officeart/2018/5/layout/IconCircleLabelList"/>
    <dgm:cxn modelId="{20D8481D-60A2-4432-865A-DF05ED4C6458}" type="presParOf" srcId="{591CAB6D-A7A8-431E-A574-F18C29E701BC}" destId="{E15061BA-EC8B-4C4E-9E57-AC6DB4E766F5}" srcOrd="2" destOrd="0" presId="urn:microsoft.com/office/officeart/2018/5/layout/IconCircleLabelList"/>
    <dgm:cxn modelId="{20F19AB3-F6A1-42E2-8F4D-0985FF62B22B}" type="presParOf" srcId="{591CAB6D-A7A8-431E-A574-F18C29E701BC}" destId="{E55D96BB-CDD9-40DF-92C4-FB6868C73C2F}" srcOrd="3" destOrd="0" presId="urn:microsoft.com/office/officeart/2018/5/layout/IconCircleLabelList"/>
    <dgm:cxn modelId="{298A63C7-BF3F-43E6-BD30-54030471CF24}" type="presParOf" srcId="{44CC919C-D465-40F7-9AC7-05A5F6A493C3}" destId="{DCDE0C0B-FDBD-4F3E-8E7F-4234B4CED372}" srcOrd="7" destOrd="0" presId="urn:microsoft.com/office/officeart/2018/5/layout/IconCircleLabelList"/>
    <dgm:cxn modelId="{6682460C-FA28-475E-881E-4522A0A7E4F3}" type="presParOf" srcId="{44CC919C-D465-40F7-9AC7-05A5F6A493C3}" destId="{9CB58050-4B1B-47F4-AA48-46609259ABC2}" srcOrd="8" destOrd="0" presId="urn:microsoft.com/office/officeart/2018/5/layout/IconCircleLabelList"/>
    <dgm:cxn modelId="{43198C85-750D-43DC-81E2-27E5D03229B5}" type="presParOf" srcId="{9CB58050-4B1B-47F4-AA48-46609259ABC2}" destId="{E58F4B0C-F34A-4BA4-846B-21079FA2E130}" srcOrd="0" destOrd="0" presId="urn:microsoft.com/office/officeart/2018/5/layout/IconCircleLabelList"/>
    <dgm:cxn modelId="{509FBF96-9883-40FE-A388-9A729D2C978B}" type="presParOf" srcId="{9CB58050-4B1B-47F4-AA48-46609259ABC2}" destId="{100B115F-7304-448A-B622-04FB7FC8D96B}" srcOrd="1" destOrd="0" presId="urn:microsoft.com/office/officeart/2018/5/layout/IconCircleLabelList"/>
    <dgm:cxn modelId="{AC938C8C-C8FD-4341-8DE3-DEF1F0A06C8B}" type="presParOf" srcId="{9CB58050-4B1B-47F4-AA48-46609259ABC2}" destId="{298E8C99-84CD-4A4F-9976-90F1B6C95569}" srcOrd="2" destOrd="0" presId="urn:microsoft.com/office/officeart/2018/5/layout/IconCircleLabelList"/>
    <dgm:cxn modelId="{D76809DC-B578-4BCB-90D0-653E8B2FA4F8}" type="presParOf" srcId="{9CB58050-4B1B-47F4-AA48-46609259ABC2}" destId="{24335D3B-7FBC-40B1-91E1-7A52F2EE2DF3}"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0CD068E-EA9D-4902-A846-A3D1589ED781}"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167E6125-19CE-4B01-B486-CAC058A458E4}">
      <dgm:prSet/>
      <dgm:spPr/>
      <dgm:t>
        <a:bodyPr/>
        <a:lstStyle/>
        <a:p>
          <a:r>
            <a:rPr lang="en-US" b="0" i="0"/>
            <a:t>A single-player 2D puzzle game built in Unity.</a:t>
          </a:r>
          <a:endParaRPr lang="en-US"/>
        </a:p>
      </dgm:t>
    </dgm:pt>
    <dgm:pt modelId="{2333036F-63DD-4A23-A5DB-F206558800B7}" type="parTrans" cxnId="{259DA5F9-E39B-4D98-B44B-8E8E86C9803A}">
      <dgm:prSet/>
      <dgm:spPr/>
      <dgm:t>
        <a:bodyPr/>
        <a:lstStyle/>
        <a:p>
          <a:endParaRPr lang="en-US"/>
        </a:p>
      </dgm:t>
    </dgm:pt>
    <dgm:pt modelId="{AFB4494F-CB90-41C9-9E31-91FB797D5E46}" type="sibTrans" cxnId="{259DA5F9-E39B-4D98-B44B-8E8E86C9803A}">
      <dgm:prSet/>
      <dgm:spPr/>
      <dgm:t>
        <a:bodyPr/>
        <a:lstStyle/>
        <a:p>
          <a:endParaRPr lang="en-US"/>
        </a:p>
      </dgm:t>
    </dgm:pt>
    <dgm:pt modelId="{72D3D6D9-375D-4F6C-BAB8-ED9B24BFC6AC}">
      <dgm:prSet/>
      <dgm:spPr/>
      <dgm:t>
        <a:bodyPr/>
        <a:lstStyle/>
        <a:p>
          <a:r>
            <a:rPr lang="en-US" b="0" i="0"/>
            <a:t>Players solve cryptographic challenges by decrypting messages using discovered tools.</a:t>
          </a:r>
          <a:endParaRPr lang="en-US"/>
        </a:p>
      </dgm:t>
    </dgm:pt>
    <dgm:pt modelId="{4B33C42E-A871-4DD1-AAE3-2210C501EB67}" type="parTrans" cxnId="{C80F891E-BFAF-43F0-AA1D-79FDF5195651}">
      <dgm:prSet/>
      <dgm:spPr/>
      <dgm:t>
        <a:bodyPr/>
        <a:lstStyle/>
        <a:p>
          <a:endParaRPr lang="en-US"/>
        </a:p>
      </dgm:t>
    </dgm:pt>
    <dgm:pt modelId="{AC0556DD-9C16-4044-BBB8-3FC56A6A9A19}" type="sibTrans" cxnId="{C80F891E-BFAF-43F0-AA1D-79FDF5195651}">
      <dgm:prSet/>
      <dgm:spPr/>
      <dgm:t>
        <a:bodyPr/>
        <a:lstStyle/>
        <a:p>
          <a:endParaRPr lang="en-US"/>
        </a:p>
      </dgm:t>
    </dgm:pt>
    <dgm:pt modelId="{6542457C-C409-4221-940E-4F7F8AB2F099}">
      <dgm:prSet/>
      <dgm:spPr/>
      <dgm:t>
        <a:bodyPr/>
        <a:lstStyle/>
        <a:p>
          <a:r>
            <a:rPr lang="en-US" b="0" i="0"/>
            <a:t>Each room represents a new level with increasing difficulty.</a:t>
          </a:r>
          <a:endParaRPr lang="en-US"/>
        </a:p>
      </dgm:t>
    </dgm:pt>
    <dgm:pt modelId="{D6A925F0-690D-43A7-BFEF-4C74E430C2DB}" type="parTrans" cxnId="{6354633E-42F9-42A8-BD9F-2C920F262E3D}">
      <dgm:prSet/>
      <dgm:spPr/>
      <dgm:t>
        <a:bodyPr/>
        <a:lstStyle/>
        <a:p>
          <a:endParaRPr lang="en-US"/>
        </a:p>
      </dgm:t>
    </dgm:pt>
    <dgm:pt modelId="{5E1BAB10-8A97-4352-8F80-8B9DD91B4B78}" type="sibTrans" cxnId="{6354633E-42F9-42A8-BD9F-2C920F262E3D}">
      <dgm:prSet/>
      <dgm:spPr/>
      <dgm:t>
        <a:bodyPr/>
        <a:lstStyle/>
        <a:p>
          <a:endParaRPr lang="en-US"/>
        </a:p>
      </dgm:t>
    </dgm:pt>
    <dgm:pt modelId="{1E263D82-F822-4335-94DE-3CDF0854AC4C}">
      <dgm:prSet/>
      <dgm:spPr/>
      <dgm:t>
        <a:bodyPr/>
        <a:lstStyle/>
        <a:p>
          <a:r>
            <a:rPr lang="en-US" b="0" i="0"/>
            <a:t>Players store and manage encrypted texts in an interactive inventory.</a:t>
          </a:r>
          <a:endParaRPr lang="en-US"/>
        </a:p>
      </dgm:t>
    </dgm:pt>
    <dgm:pt modelId="{8938B3D6-3E85-48E0-A2DD-38E7B3556800}" type="parTrans" cxnId="{0B1301D7-7F8B-4C63-A603-35A9E297EE34}">
      <dgm:prSet/>
      <dgm:spPr/>
      <dgm:t>
        <a:bodyPr/>
        <a:lstStyle/>
        <a:p>
          <a:endParaRPr lang="en-US"/>
        </a:p>
      </dgm:t>
    </dgm:pt>
    <dgm:pt modelId="{7E73484E-6F29-4896-946C-D9B7A78537C1}" type="sibTrans" cxnId="{0B1301D7-7F8B-4C63-A603-35A9E297EE34}">
      <dgm:prSet/>
      <dgm:spPr/>
      <dgm:t>
        <a:bodyPr/>
        <a:lstStyle/>
        <a:p>
          <a:endParaRPr lang="en-US"/>
        </a:p>
      </dgm:t>
    </dgm:pt>
    <dgm:pt modelId="{0157E0F3-027A-4818-B071-FCCD5EA23A2B}" type="pres">
      <dgm:prSet presAssocID="{90CD068E-EA9D-4902-A846-A3D1589ED781}" presName="linear" presStyleCnt="0">
        <dgm:presLayoutVars>
          <dgm:animLvl val="lvl"/>
          <dgm:resizeHandles val="exact"/>
        </dgm:presLayoutVars>
      </dgm:prSet>
      <dgm:spPr/>
    </dgm:pt>
    <dgm:pt modelId="{17D13DF3-AEF6-43AC-A769-6D52D9818F1E}" type="pres">
      <dgm:prSet presAssocID="{167E6125-19CE-4B01-B486-CAC058A458E4}" presName="parentText" presStyleLbl="node1" presStyleIdx="0" presStyleCnt="4">
        <dgm:presLayoutVars>
          <dgm:chMax val="0"/>
          <dgm:bulletEnabled val="1"/>
        </dgm:presLayoutVars>
      </dgm:prSet>
      <dgm:spPr/>
    </dgm:pt>
    <dgm:pt modelId="{385FE08B-0EDD-4EF1-9852-5D7384A96A86}" type="pres">
      <dgm:prSet presAssocID="{AFB4494F-CB90-41C9-9E31-91FB797D5E46}" presName="spacer" presStyleCnt="0"/>
      <dgm:spPr/>
    </dgm:pt>
    <dgm:pt modelId="{5922FBAC-35BF-4C09-A9D4-45A58AE77E6D}" type="pres">
      <dgm:prSet presAssocID="{72D3D6D9-375D-4F6C-BAB8-ED9B24BFC6AC}" presName="parentText" presStyleLbl="node1" presStyleIdx="1" presStyleCnt="4">
        <dgm:presLayoutVars>
          <dgm:chMax val="0"/>
          <dgm:bulletEnabled val="1"/>
        </dgm:presLayoutVars>
      </dgm:prSet>
      <dgm:spPr/>
    </dgm:pt>
    <dgm:pt modelId="{BCFB0236-F501-4AAA-9AA0-6A86406552FE}" type="pres">
      <dgm:prSet presAssocID="{AC0556DD-9C16-4044-BBB8-3FC56A6A9A19}" presName="spacer" presStyleCnt="0"/>
      <dgm:spPr/>
    </dgm:pt>
    <dgm:pt modelId="{4D65D357-88D2-4F64-8183-72DCCC822EE8}" type="pres">
      <dgm:prSet presAssocID="{6542457C-C409-4221-940E-4F7F8AB2F099}" presName="parentText" presStyleLbl="node1" presStyleIdx="2" presStyleCnt="4">
        <dgm:presLayoutVars>
          <dgm:chMax val="0"/>
          <dgm:bulletEnabled val="1"/>
        </dgm:presLayoutVars>
      </dgm:prSet>
      <dgm:spPr/>
    </dgm:pt>
    <dgm:pt modelId="{ABFEBC95-3DB5-46EF-8470-D5428EA5DE00}" type="pres">
      <dgm:prSet presAssocID="{5E1BAB10-8A97-4352-8F80-8B9DD91B4B78}" presName="spacer" presStyleCnt="0"/>
      <dgm:spPr/>
    </dgm:pt>
    <dgm:pt modelId="{083B29B3-B6F4-48FA-B933-17A2FF9BDCDE}" type="pres">
      <dgm:prSet presAssocID="{1E263D82-F822-4335-94DE-3CDF0854AC4C}" presName="parentText" presStyleLbl="node1" presStyleIdx="3" presStyleCnt="4">
        <dgm:presLayoutVars>
          <dgm:chMax val="0"/>
          <dgm:bulletEnabled val="1"/>
        </dgm:presLayoutVars>
      </dgm:prSet>
      <dgm:spPr/>
    </dgm:pt>
  </dgm:ptLst>
  <dgm:cxnLst>
    <dgm:cxn modelId="{C80F891E-BFAF-43F0-AA1D-79FDF5195651}" srcId="{90CD068E-EA9D-4902-A846-A3D1589ED781}" destId="{72D3D6D9-375D-4F6C-BAB8-ED9B24BFC6AC}" srcOrd="1" destOrd="0" parTransId="{4B33C42E-A871-4DD1-AAE3-2210C501EB67}" sibTransId="{AC0556DD-9C16-4044-BBB8-3FC56A6A9A19}"/>
    <dgm:cxn modelId="{6354633E-42F9-42A8-BD9F-2C920F262E3D}" srcId="{90CD068E-EA9D-4902-A846-A3D1589ED781}" destId="{6542457C-C409-4221-940E-4F7F8AB2F099}" srcOrd="2" destOrd="0" parTransId="{D6A925F0-690D-43A7-BFEF-4C74E430C2DB}" sibTransId="{5E1BAB10-8A97-4352-8F80-8B9DD91B4B78}"/>
    <dgm:cxn modelId="{75BDB358-8E42-4DDA-810E-9D97FC9EE98C}" type="presOf" srcId="{6542457C-C409-4221-940E-4F7F8AB2F099}" destId="{4D65D357-88D2-4F64-8183-72DCCC822EE8}" srcOrd="0" destOrd="0" presId="urn:microsoft.com/office/officeart/2005/8/layout/vList2"/>
    <dgm:cxn modelId="{92CDC080-3BAE-499F-8AB2-15F36AC2EFC4}" type="presOf" srcId="{90CD068E-EA9D-4902-A846-A3D1589ED781}" destId="{0157E0F3-027A-4818-B071-FCCD5EA23A2B}" srcOrd="0" destOrd="0" presId="urn:microsoft.com/office/officeart/2005/8/layout/vList2"/>
    <dgm:cxn modelId="{FBAC1785-9A41-4C85-9FA5-834DAA52AA32}" type="presOf" srcId="{72D3D6D9-375D-4F6C-BAB8-ED9B24BFC6AC}" destId="{5922FBAC-35BF-4C09-A9D4-45A58AE77E6D}" srcOrd="0" destOrd="0" presId="urn:microsoft.com/office/officeart/2005/8/layout/vList2"/>
    <dgm:cxn modelId="{3AB94EC3-314F-4949-B411-6EB2AAC6DCF3}" type="presOf" srcId="{167E6125-19CE-4B01-B486-CAC058A458E4}" destId="{17D13DF3-AEF6-43AC-A769-6D52D9818F1E}" srcOrd="0" destOrd="0" presId="urn:microsoft.com/office/officeart/2005/8/layout/vList2"/>
    <dgm:cxn modelId="{0B1301D7-7F8B-4C63-A603-35A9E297EE34}" srcId="{90CD068E-EA9D-4902-A846-A3D1589ED781}" destId="{1E263D82-F822-4335-94DE-3CDF0854AC4C}" srcOrd="3" destOrd="0" parTransId="{8938B3D6-3E85-48E0-A2DD-38E7B3556800}" sibTransId="{7E73484E-6F29-4896-946C-D9B7A78537C1}"/>
    <dgm:cxn modelId="{259DA5F9-E39B-4D98-B44B-8E8E86C9803A}" srcId="{90CD068E-EA9D-4902-A846-A3D1589ED781}" destId="{167E6125-19CE-4B01-B486-CAC058A458E4}" srcOrd="0" destOrd="0" parTransId="{2333036F-63DD-4A23-A5DB-F206558800B7}" sibTransId="{AFB4494F-CB90-41C9-9E31-91FB797D5E46}"/>
    <dgm:cxn modelId="{341573FF-F9CB-4D2A-AC04-A14892DF3409}" type="presOf" srcId="{1E263D82-F822-4335-94DE-3CDF0854AC4C}" destId="{083B29B3-B6F4-48FA-B933-17A2FF9BDCDE}" srcOrd="0" destOrd="0" presId="urn:microsoft.com/office/officeart/2005/8/layout/vList2"/>
    <dgm:cxn modelId="{739F4950-FAA6-40E2-9F9B-A89C51EE7DE5}" type="presParOf" srcId="{0157E0F3-027A-4818-B071-FCCD5EA23A2B}" destId="{17D13DF3-AEF6-43AC-A769-6D52D9818F1E}" srcOrd="0" destOrd="0" presId="urn:microsoft.com/office/officeart/2005/8/layout/vList2"/>
    <dgm:cxn modelId="{9E6013DF-36AB-40DA-B989-C4CD7CB43C47}" type="presParOf" srcId="{0157E0F3-027A-4818-B071-FCCD5EA23A2B}" destId="{385FE08B-0EDD-4EF1-9852-5D7384A96A86}" srcOrd="1" destOrd="0" presId="urn:microsoft.com/office/officeart/2005/8/layout/vList2"/>
    <dgm:cxn modelId="{0E5EFBE1-2394-42F1-9F97-2DCD8F023297}" type="presParOf" srcId="{0157E0F3-027A-4818-B071-FCCD5EA23A2B}" destId="{5922FBAC-35BF-4C09-A9D4-45A58AE77E6D}" srcOrd="2" destOrd="0" presId="urn:microsoft.com/office/officeart/2005/8/layout/vList2"/>
    <dgm:cxn modelId="{7ACA562E-248F-4AF8-A703-06777AEC252E}" type="presParOf" srcId="{0157E0F3-027A-4818-B071-FCCD5EA23A2B}" destId="{BCFB0236-F501-4AAA-9AA0-6A86406552FE}" srcOrd="3" destOrd="0" presId="urn:microsoft.com/office/officeart/2005/8/layout/vList2"/>
    <dgm:cxn modelId="{35EDC7B4-3BE9-4019-A6AF-4D100CE73D85}" type="presParOf" srcId="{0157E0F3-027A-4818-B071-FCCD5EA23A2B}" destId="{4D65D357-88D2-4F64-8183-72DCCC822EE8}" srcOrd="4" destOrd="0" presId="urn:microsoft.com/office/officeart/2005/8/layout/vList2"/>
    <dgm:cxn modelId="{433F252E-6193-4A79-ADF9-37F26DD6EE0B}" type="presParOf" srcId="{0157E0F3-027A-4818-B071-FCCD5EA23A2B}" destId="{ABFEBC95-3DB5-46EF-8470-D5428EA5DE00}" srcOrd="5" destOrd="0" presId="urn:microsoft.com/office/officeart/2005/8/layout/vList2"/>
    <dgm:cxn modelId="{C3E88A5A-EC3E-42F9-9751-BD5F48980DC2}" type="presParOf" srcId="{0157E0F3-027A-4818-B071-FCCD5EA23A2B}" destId="{083B29B3-B6F4-48FA-B933-17A2FF9BDCDE}"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1CF9319-65B7-4F5E-A4D1-5E5009EB23C5}"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8B23A050-3EC2-4772-97BB-F2B1FFE081C9}">
      <dgm:prSet/>
      <dgm:spPr/>
      <dgm:t>
        <a:bodyPr/>
        <a:lstStyle/>
        <a:p>
          <a:r>
            <a:rPr lang="en-US" b="0" i="0"/>
            <a:t>Built in Unity using C# scripting.</a:t>
          </a:r>
          <a:endParaRPr lang="en-US"/>
        </a:p>
      </dgm:t>
    </dgm:pt>
    <dgm:pt modelId="{17E73D2B-AF12-462E-8CEE-14C31B0FF9C7}" type="parTrans" cxnId="{63C7B666-E5AA-483D-ACD2-CC1EF9C14AF0}">
      <dgm:prSet/>
      <dgm:spPr/>
      <dgm:t>
        <a:bodyPr/>
        <a:lstStyle/>
        <a:p>
          <a:endParaRPr lang="en-US"/>
        </a:p>
      </dgm:t>
    </dgm:pt>
    <dgm:pt modelId="{E894BE10-A817-4C46-A7E3-339B5F0B453C}" type="sibTrans" cxnId="{63C7B666-E5AA-483D-ACD2-CC1EF9C14AF0}">
      <dgm:prSet/>
      <dgm:spPr/>
      <dgm:t>
        <a:bodyPr/>
        <a:lstStyle/>
        <a:p>
          <a:endParaRPr lang="en-US"/>
        </a:p>
      </dgm:t>
    </dgm:pt>
    <dgm:pt modelId="{E6A800E7-B5DA-4B42-AAD0-B89D23AABA70}">
      <dgm:prSet/>
      <dgm:spPr/>
      <dgm:t>
        <a:bodyPr/>
        <a:lstStyle/>
        <a:p>
          <a:r>
            <a:rPr lang="en-US" b="0" i="0"/>
            <a:t>Single Player &amp; Offline-game</a:t>
          </a:r>
          <a:endParaRPr lang="en-US"/>
        </a:p>
      </dgm:t>
    </dgm:pt>
    <dgm:pt modelId="{83AF471F-69E5-4117-B8FA-70E545C78B9D}" type="parTrans" cxnId="{EB0CDE0A-696A-4973-89ED-D84E6A7404F6}">
      <dgm:prSet/>
      <dgm:spPr/>
      <dgm:t>
        <a:bodyPr/>
        <a:lstStyle/>
        <a:p>
          <a:endParaRPr lang="en-US"/>
        </a:p>
      </dgm:t>
    </dgm:pt>
    <dgm:pt modelId="{505A9B6B-D632-4539-BD7F-F3338A83DFA9}" type="sibTrans" cxnId="{EB0CDE0A-696A-4973-89ED-D84E6A7404F6}">
      <dgm:prSet/>
      <dgm:spPr/>
      <dgm:t>
        <a:bodyPr/>
        <a:lstStyle/>
        <a:p>
          <a:endParaRPr lang="en-US"/>
        </a:p>
      </dgm:t>
    </dgm:pt>
    <dgm:pt modelId="{E8D7BF73-DA6B-4D3F-82BB-E49D5132D16A}">
      <dgm:prSet/>
      <dgm:spPr/>
      <dgm:t>
        <a:bodyPr/>
        <a:lstStyle/>
        <a:p>
          <a:r>
            <a:rPr lang="en-US"/>
            <a:t>Visual Learning &amp; Hands on Approach</a:t>
          </a:r>
        </a:p>
      </dgm:t>
    </dgm:pt>
    <dgm:pt modelId="{5002B46D-A54F-4E61-80B2-F91EF95F18E1}" type="parTrans" cxnId="{1304C1D9-1B89-4700-B555-82B6C0549FAC}">
      <dgm:prSet/>
      <dgm:spPr/>
      <dgm:t>
        <a:bodyPr/>
        <a:lstStyle/>
        <a:p>
          <a:endParaRPr lang="en-US"/>
        </a:p>
      </dgm:t>
    </dgm:pt>
    <dgm:pt modelId="{AD486F75-F370-4B80-87F8-004AF9335C0B}" type="sibTrans" cxnId="{1304C1D9-1B89-4700-B555-82B6C0549FAC}">
      <dgm:prSet/>
      <dgm:spPr/>
      <dgm:t>
        <a:bodyPr/>
        <a:lstStyle/>
        <a:p>
          <a:endParaRPr lang="en-US"/>
        </a:p>
      </dgm:t>
    </dgm:pt>
    <dgm:pt modelId="{F66EC57B-C533-4024-B6F6-5A050E48950A}">
      <dgm:prSet/>
      <dgm:spPr/>
      <dgm:t>
        <a:bodyPr/>
        <a:lstStyle/>
        <a:p>
          <a:r>
            <a:rPr lang="en-US" b="0" i="0"/>
            <a:t>Puzzle &amp; Mind challenges  </a:t>
          </a:r>
          <a:endParaRPr lang="en-US"/>
        </a:p>
      </dgm:t>
    </dgm:pt>
    <dgm:pt modelId="{09D4618F-98D8-46DE-9F52-7E25157EFC44}" type="parTrans" cxnId="{C3C83A6C-8C56-4376-81D0-6CD3806F1657}">
      <dgm:prSet/>
      <dgm:spPr/>
      <dgm:t>
        <a:bodyPr/>
        <a:lstStyle/>
        <a:p>
          <a:endParaRPr lang="en-US"/>
        </a:p>
      </dgm:t>
    </dgm:pt>
    <dgm:pt modelId="{9A129E8A-750A-4356-AAD8-0A528FFA5976}" type="sibTrans" cxnId="{C3C83A6C-8C56-4376-81D0-6CD3806F1657}">
      <dgm:prSet/>
      <dgm:spPr/>
      <dgm:t>
        <a:bodyPr/>
        <a:lstStyle/>
        <a:p>
          <a:endParaRPr lang="en-US"/>
        </a:p>
      </dgm:t>
    </dgm:pt>
    <dgm:pt modelId="{E7F020BB-CC1F-4A7A-85EB-743DE0119A78}">
      <dgm:prSet/>
      <dgm:spPr/>
      <dgm:t>
        <a:bodyPr/>
        <a:lstStyle/>
        <a:p>
          <a:r>
            <a:rPr lang="en-US"/>
            <a:t>Dynamic User Interaction</a:t>
          </a:r>
        </a:p>
      </dgm:t>
    </dgm:pt>
    <dgm:pt modelId="{3DD3C2E2-789E-44E7-9178-18FED4F9107E}" type="parTrans" cxnId="{E49B6AE9-7991-4D17-AFD7-EFF800AB9CF1}">
      <dgm:prSet/>
      <dgm:spPr/>
      <dgm:t>
        <a:bodyPr/>
        <a:lstStyle/>
        <a:p>
          <a:endParaRPr lang="en-US"/>
        </a:p>
      </dgm:t>
    </dgm:pt>
    <dgm:pt modelId="{E5028922-776C-4EE9-A22A-9EDDA70B628E}" type="sibTrans" cxnId="{E49B6AE9-7991-4D17-AFD7-EFF800AB9CF1}">
      <dgm:prSet/>
      <dgm:spPr/>
      <dgm:t>
        <a:bodyPr/>
        <a:lstStyle/>
        <a:p>
          <a:endParaRPr lang="en-US"/>
        </a:p>
      </dgm:t>
    </dgm:pt>
    <dgm:pt modelId="{93962AFB-A815-40C2-B043-FD65002BB7C3}">
      <dgm:prSet/>
      <dgm:spPr/>
      <dgm:t>
        <a:bodyPr/>
        <a:lstStyle/>
        <a:p>
          <a:r>
            <a:rPr lang="en-US" b="0" i="0"/>
            <a:t>Uses local file-based storage (JSON/Game Cache).</a:t>
          </a:r>
          <a:endParaRPr lang="en-US"/>
        </a:p>
      </dgm:t>
    </dgm:pt>
    <dgm:pt modelId="{F2D100BD-D0BE-43AC-837B-536DB2DF52FD}" type="parTrans" cxnId="{F0F2A39B-1116-4BDD-BD0D-0CFA92A45152}">
      <dgm:prSet/>
      <dgm:spPr/>
      <dgm:t>
        <a:bodyPr/>
        <a:lstStyle/>
        <a:p>
          <a:endParaRPr lang="en-US"/>
        </a:p>
      </dgm:t>
    </dgm:pt>
    <dgm:pt modelId="{EEA1B2CF-02F1-455C-9ED3-7228F3E4CC94}" type="sibTrans" cxnId="{F0F2A39B-1116-4BDD-BD0D-0CFA92A45152}">
      <dgm:prSet/>
      <dgm:spPr/>
      <dgm:t>
        <a:bodyPr/>
        <a:lstStyle/>
        <a:p>
          <a:endParaRPr lang="en-US"/>
        </a:p>
      </dgm:t>
    </dgm:pt>
    <dgm:pt modelId="{6C93A6AA-3608-44B2-AA01-B4FB26ED26E2}" type="pres">
      <dgm:prSet presAssocID="{01CF9319-65B7-4F5E-A4D1-5E5009EB23C5}" presName="root" presStyleCnt="0">
        <dgm:presLayoutVars>
          <dgm:dir/>
          <dgm:resizeHandles val="exact"/>
        </dgm:presLayoutVars>
      </dgm:prSet>
      <dgm:spPr/>
    </dgm:pt>
    <dgm:pt modelId="{4AE4AB0B-0582-4CF8-A364-B5CE9389D973}" type="pres">
      <dgm:prSet presAssocID="{01CF9319-65B7-4F5E-A4D1-5E5009EB23C5}" presName="container" presStyleCnt="0">
        <dgm:presLayoutVars>
          <dgm:dir/>
          <dgm:resizeHandles val="exact"/>
        </dgm:presLayoutVars>
      </dgm:prSet>
      <dgm:spPr/>
    </dgm:pt>
    <dgm:pt modelId="{F86E8698-01C4-4C7F-8174-1D5CBFFD80AB}" type="pres">
      <dgm:prSet presAssocID="{8B23A050-3EC2-4772-97BB-F2B1FFE081C9}" presName="compNode" presStyleCnt="0"/>
      <dgm:spPr/>
    </dgm:pt>
    <dgm:pt modelId="{444CE954-72C4-46F6-A01E-CF7EFBA97CEC}" type="pres">
      <dgm:prSet presAssocID="{8B23A050-3EC2-4772-97BB-F2B1FFE081C9}" presName="iconBgRect" presStyleLbl="bgShp" presStyleIdx="0" presStyleCnt="6"/>
      <dgm:spPr/>
    </dgm:pt>
    <dgm:pt modelId="{D66948F7-405D-4182-8954-FEB1DC02FD34}" type="pres">
      <dgm:prSet presAssocID="{8B23A050-3EC2-4772-97BB-F2B1FFE081C9}"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ircular Flowchart"/>
        </a:ext>
      </dgm:extLst>
    </dgm:pt>
    <dgm:pt modelId="{76400914-DB7C-4558-B385-A7FFC7D42E5F}" type="pres">
      <dgm:prSet presAssocID="{8B23A050-3EC2-4772-97BB-F2B1FFE081C9}" presName="spaceRect" presStyleCnt="0"/>
      <dgm:spPr/>
    </dgm:pt>
    <dgm:pt modelId="{D6C005E5-E0C4-4CEE-AEE5-3CF029098B5D}" type="pres">
      <dgm:prSet presAssocID="{8B23A050-3EC2-4772-97BB-F2B1FFE081C9}" presName="textRect" presStyleLbl="revTx" presStyleIdx="0" presStyleCnt="6">
        <dgm:presLayoutVars>
          <dgm:chMax val="1"/>
          <dgm:chPref val="1"/>
        </dgm:presLayoutVars>
      </dgm:prSet>
      <dgm:spPr/>
    </dgm:pt>
    <dgm:pt modelId="{BDD2E4E7-1BE7-42CB-8182-E7B994784D22}" type="pres">
      <dgm:prSet presAssocID="{E894BE10-A817-4C46-A7E3-339B5F0B453C}" presName="sibTrans" presStyleLbl="sibTrans2D1" presStyleIdx="0" presStyleCnt="0"/>
      <dgm:spPr/>
    </dgm:pt>
    <dgm:pt modelId="{237463C4-B37A-4141-9E9A-9BE5422040BB}" type="pres">
      <dgm:prSet presAssocID="{E6A800E7-B5DA-4B42-AAD0-B89D23AABA70}" presName="compNode" presStyleCnt="0"/>
      <dgm:spPr/>
    </dgm:pt>
    <dgm:pt modelId="{A315B298-B4F5-4A58-A583-2E3A1C05BBE7}" type="pres">
      <dgm:prSet presAssocID="{E6A800E7-B5DA-4B42-AAD0-B89D23AABA70}" presName="iconBgRect" presStyleLbl="bgShp" presStyleIdx="1" presStyleCnt="6"/>
      <dgm:spPr/>
    </dgm:pt>
    <dgm:pt modelId="{A2962F12-8C38-48BD-B7B9-4519983D6A75}" type="pres">
      <dgm:prSet presAssocID="{E6A800E7-B5DA-4B42-AAD0-B89D23AABA70}" presName="iconRect" presStyleLbl="node1" presStyleIdx="1" presStyleCnt="6"/>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Game controller with solid fill"/>
        </a:ext>
      </dgm:extLst>
    </dgm:pt>
    <dgm:pt modelId="{DB511E51-0DB2-4141-987F-132824728CA1}" type="pres">
      <dgm:prSet presAssocID="{E6A800E7-B5DA-4B42-AAD0-B89D23AABA70}" presName="spaceRect" presStyleCnt="0"/>
      <dgm:spPr/>
    </dgm:pt>
    <dgm:pt modelId="{5BEBE39E-5C0C-42DC-B3B4-31835FB0F93A}" type="pres">
      <dgm:prSet presAssocID="{E6A800E7-B5DA-4B42-AAD0-B89D23AABA70}" presName="textRect" presStyleLbl="revTx" presStyleIdx="1" presStyleCnt="6">
        <dgm:presLayoutVars>
          <dgm:chMax val="1"/>
          <dgm:chPref val="1"/>
        </dgm:presLayoutVars>
      </dgm:prSet>
      <dgm:spPr/>
    </dgm:pt>
    <dgm:pt modelId="{F7A32CA2-3353-4D27-A005-99EABD377608}" type="pres">
      <dgm:prSet presAssocID="{505A9B6B-D632-4539-BD7F-F3338A83DFA9}" presName="sibTrans" presStyleLbl="sibTrans2D1" presStyleIdx="0" presStyleCnt="0"/>
      <dgm:spPr/>
    </dgm:pt>
    <dgm:pt modelId="{C4350436-B4E7-4E37-8451-7F3555D4F728}" type="pres">
      <dgm:prSet presAssocID="{E8D7BF73-DA6B-4D3F-82BB-E49D5132D16A}" presName="compNode" presStyleCnt="0"/>
      <dgm:spPr/>
    </dgm:pt>
    <dgm:pt modelId="{53F9EEFF-8C6D-4542-97F9-10AA4C483E8D}" type="pres">
      <dgm:prSet presAssocID="{E8D7BF73-DA6B-4D3F-82BB-E49D5132D16A}" presName="iconBgRect" presStyleLbl="bgShp" presStyleIdx="2" presStyleCnt="6"/>
      <dgm:spPr/>
    </dgm:pt>
    <dgm:pt modelId="{2BD6B485-5DFF-4C50-8480-795816462C89}" type="pres">
      <dgm:prSet presAssocID="{E8D7BF73-DA6B-4D3F-82BB-E49D5132D16A}" presName="iconRect" presStyleLbl="node1" presStyleIdx="2" presStyleCnt="6"/>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Projector screen with solid fill"/>
        </a:ext>
      </dgm:extLst>
    </dgm:pt>
    <dgm:pt modelId="{9122E516-BC81-45F6-B1AC-FA1E97E1F563}" type="pres">
      <dgm:prSet presAssocID="{E8D7BF73-DA6B-4D3F-82BB-E49D5132D16A}" presName="spaceRect" presStyleCnt="0"/>
      <dgm:spPr/>
    </dgm:pt>
    <dgm:pt modelId="{778CE17F-AA24-4D03-8044-0379179DC9B3}" type="pres">
      <dgm:prSet presAssocID="{E8D7BF73-DA6B-4D3F-82BB-E49D5132D16A}" presName="textRect" presStyleLbl="revTx" presStyleIdx="2" presStyleCnt="6">
        <dgm:presLayoutVars>
          <dgm:chMax val="1"/>
          <dgm:chPref val="1"/>
        </dgm:presLayoutVars>
      </dgm:prSet>
      <dgm:spPr/>
    </dgm:pt>
    <dgm:pt modelId="{27D5B49F-7D76-4C35-965C-DC28D885006C}" type="pres">
      <dgm:prSet presAssocID="{AD486F75-F370-4B80-87F8-004AF9335C0B}" presName="sibTrans" presStyleLbl="sibTrans2D1" presStyleIdx="0" presStyleCnt="0"/>
      <dgm:spPr/>
    </dgm:pt>
    <dgm:pt modelId="{7BB00B4E-6E7E-4FF1-AA72-6EE95651AA63}" type="pres">
      <dgm:prSet presAssocID="{F66EC57B-C533-4024-B6F6-5A050E48950A}" presName="compNode" presStyleCnt="0"/>
      <dgm:spPr/>
    </dgm:pt>
    <dgm:pt modelId="{02F40DD8-451C-438E-B9ED-F7F3C7E8BCCE}" type="pres">
      <dgm:prSet presAssocID="{F66EC57B-C533-4024-B6F6-5A050E48950A}" presName="iconBgRect" presStyleLbl="bgShp" presStyleIdx="3" presStyleCnt="6"/>
      <dgm:spPr/>
    </dgm:pt>
    <dgm:pt modelId="{8CD65D92-80A5-4305-AF35-200E08A84C03}" type="pres">
      <dgm:prSet presAssocID="{F66EC57B-C533-4024-B6F6-5A050E48950A}"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uzzle"/>
        </a:ext>
      </dgm:extLst>
    </dgm:pt>
    <dgm:pt modelId="{1AA30856-AD03-4CF0-9D18-E5C294559A54}" type="pres">
      <dgm:prSet presAssocID="{F66EC57B-C533-4024-B6F6-5A050E48950A}" presName="spaceRect" presStyleCnt="0"/>
      <dgm:spPr/>
    </dgm:pt>
    <dgm:pt modelId="{51ABF5EE-ED48-4DDD-9444-CF148ECCE104}" type="pres">
      <dgm:prSet presAssocID="{F66EC57B-C533-4024-B6F6-5A050E48950A}" presName="textRect" presStyleLbl="revTx" presStyleIdx="3" presStyleCnt="6">
        <dgm:presLayoutVars>
          <dgm:chMax val="1"/>
          <dgm:chPref val="1"/>
        </dgm:presLayoutVars>
      </dgm:prSet>
      <dgm:spPr/>
    </dgm:pt>
    <dgm:pt modelId="{838769DC-62B0-44EA-ACA8-EC6454B6CBE5}" type="pres">
      <dgm:prSet presAssocID="{9A129E8A-750A-4356-AAD8-0A528FFA5976}" presName="sibTrans" presStyleLbl="sibTrans2D1" presStyleIdx="0" presStyleCnt="0"/>
      <dgm:spPr/>
    </dgm:pt>
    <dgm:pt modelId="{9EA03567-B36A-4D2D-9D66-CA87CB63BC26}" type="pres">
      <dgm:prSet presAssocID="{E7F020BB-CC1F-4A7A-85EB-743DE0119A78}" presName="compNode" presStyleCnt="0"/>
      <dgm:spPr/>
    </dgm:pt>
    <dgm:pt modelId="{08AEB059-270C-4C0B-AA9D-FAB7A16EE9AC}" type="pres">
      <dgm:prSet presAssocID="{E7F020BB-CC1F-4A7A-85EB-743DE0119A78}" presName="iconBgRect" presStyleLbl="bgShp" presStyleIdx="4" presStyleCnt="6"/>
      <dgm:spPr/>
    </dgm:pt>
    <dgm:pt modelId="{9E1F07C3-A5EA-4C54-B981-4639389EE402}" type="pres">
      <dgm:prSet presAssocID="{E7F020BB-CC1F-4A7A-85EB-743DE0119A78}" presName="iconRect" presStyleLbl="node1" presStyleIdx="4" presStyleCnt="6"/>
      <dgm:spPr>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Ui Ux with solid fill"/>
        </a:ext>
      </dgm:extLst>
    </dgm:pt>
    <dgm:pt modelId="{5842A6CF-3014-477B-8E00-D2D57A609B69}" type="pres">
      <dgm:prSet presAssocID="{E7F020BB-CC1F-4A7A-85EB-743DE0119A78}" presName="spaceRect" presStyleCnt="0"/>
      <dgm:spPr/>
    </dgm:pt>
    <dgm:pt modelId="{3F5706EA-C92A-4488-ACDB-30663B354400}" type="pres">
      <dgm:prSet presAssocID="{E7F020BB-CC1F-4A7A-85EB-743DE0119A78}" presName="textRect" presStyleLbl="revTx" presStyleIdx="4" presStyleCnt="6">
        <dgm:presLayoutVars>
          <dgm:chMax val="1"/>
          <dgm:chPref val="1"/>
        </dgm:presLayoutVars>
      </dgm:prSet>
      <dgm:spPr/>
    </dgm:pt>
    <dgm:pt modelId="{D5F3D20A-131A-4355-942D-0A322030C30B}" type="pres">
      <dgm:prSet presAssocID="{E5028922-776C-4EE9-A22A-9EDDA70B628E}" presName="sibTrans" presStyleLbl="sibTrans2D1" presStyleIdx="0" presStyleCnt="0"/>
      <dgm:spPr/>
    </dgm:pt>
    <dgm:pt modelId="{AC9066FA-6994-4065-A6D8-BFEB0109CCFF}" type="pres">
      <dgm:prSet presAssocID="{93962AFB-A815-40C2-B043-FD65002BB7C3}" presName="compNode" presStyleCnt="0"/>
      <dgm:spPr/>
    </dgm:pt>
    <dgm:pt modelId="{02283564-0D57-462E-BCE3-267F3E94BCE1}" type="pres">
      <dgm:prSet presAssocID="{93962AFB-A815-40C2-B043-FD65002BB7C3}" presName="iconBgRect" presStyleLbl="bgShp" presStyleIdx="5" presStyleCnt="6"/>
      <dgm:spPr/>
    </dgm:pt>
    <dgm:pt modelId="{09008F20-CFB1-4164-BD20-B9515267BC75}" type="pres">
      <dgm:prSet presAssocID="{93962AFB-A815-40C2-B043-FD65002BB7C3}"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Database"/>
        </a:ext>
      </dgm:extLst>
    </dgm:pt>
    <dgm:pt modelId="{83921B90-9768-4C3B-B30C-9ECB62324E6C}" type="pres">
      <dgm:prSet presAssocID="{93962AFB-A815-40C2-B043-FD65002BB7C3}" presName="spaceRect" presStyleCnt="0"/>
      <dgm:spPr/>
    </dgm:pt>
    <dgm:pt modelId="{DE3CD5B8-9DD8-40D1-9A6E-F4B20CF056A0}" type="pres">
      <dgm:prSet presAssocID="{93962AFB-A815-40C2-B043-FD65002BB7C3}" presName="textRect" presStyleLbl="revTx" presStyleIdx="5" presStyleCnt="6">
        <dgm:presLayoutVars>
          <dgm:chMax val="1"/>
          <dgm:chPref val="1"/>
        </dgm:presLayoutVars>
      </dgm:prSet>
      <dgm:spPr/>
    </dgm:pt>
  </dgm:ptLst>
  <dgm:cxnLst>
    <dgm:cxn modelId="{0604E808-31D3-455F-A1D6-E2ED709DD097}" type="presOf" srcId="{E894BE10-A817-4C46-A7E3-339B5F0B453C}" destId="{BDD2E4E7-1BE7-42CB-8182-E7B994784D22}" srcOrd="0" destOrd="0" presId="urn:microsoft.com/office/officeart/2018/2/layout/IconCircleList"/>
    <dgm:cxn modelId="{EB0CDE0A-696A-4973-89ED-D84E6A7404F6}" srcId="{01CF9319-65B7-4F5E-A4D1-5E5009EB23C5}" destId="{E6A800E7-B5DA-4B42-AAD0-B89D23AABA70}" srcOrd="1" destOrd="0" parTransId="{83AF471F-69E5-4117-B8FA-70E545C78B9D}" sibTransId="{505A9B6B-D632-4539-BD7F-F3338A83DFA9}"/>
    <dgm:cxn modelId="{5757ED1E-B06C-4A66-9AE7-D94799C2D418}" type="presOf" srcId="{E6A800E7-B5DA-4B42-AAD0-B89D23AABA70}" destId="{5BEBE39E-5C0C-42DC-B3B4-31835FB0F93A}" srcOrd="0" destOrd="0" presId="urn:microsoft.com/office/officeart/2018/2/layout/IconCircleList"/>
    <dgm:cxn modelId="{EA183C2D-A1D8-48B9-B64F-21BEE195FA63}" type="presOf" srcId="{93962AFB-A815-40C2-B043-FD65002BB7C3}" destId="{DE3CD5B8-9DD8-40D1-9A6E-F4B20CF056A0}" srcOrd="0" destOrd="0" presId="urn:microsoft.com/office/officeart/2018/2/layout/IconCircleList"/>
    <dgm:cxn modelId="{57130B3E-77E7-4607-90BC-F98DDB4E443C}" type="presOf" srcId="{505A9B6B-D632-4539-BD7F-F3338A83DFA9}" destId="{F7A32CA2-3353-4D27-A005-99EABD377608}" srcOrd="0" destOrd="0" presId="urn:microsoft.com/office/officeart/2018/2/layout/IconCircleList"/>
    <dgm:cxn modelId="{36605D60-8332-431F-8654-EC03033DAA71}" type="presOf" srcId="{9A129E8A-750A-4356-AAD8-0A528FFA5976}" destId="{838769DC-62B0-44EA-ACA8-EC6454B6CBE5}" srcOrd="0" destOrd="0" presId="urn:microsoft.com/office/officeart/2018/2/layout/IconCircleList"/>
    <dgm:cxn modelId="{63C7B666-E5AA-483D-ACD2-CC1EF9C14AF0}" srcId="{01CF9319-65B7-4F5E-A4D1-5E5009EB23C5}" destId="{8B23A050-3EC2-4772-97BB-F2B1FFE081C9}" srcOrd="0" destOrd="0" parTransId="{17E73D2B-AF12-462E-8CEE-14C31B0FF9C7}" sibTransId="{E894BE10-A817-4C46-A7E3-339B5F0B453C}"/>
    <dgm:cxn modelId="{C3C83A6C-8C56-4376-81D0-6CD3806F1657}" srcId="{01CF9319-65B7-4F5E-A4D1-5E5009EB23C5}" destId="{F66EC57B-C533-4024-B6F6-5A050E48950A}" srcOrd="3" destOrd="0" parTransId="{09D4618F-98D8-46DE-9F52-7E25157EFC44}" sibTransId="{9A129E8A-750A-4356-AAD8-0A528FFA5976}"/>
    <dgm:cxn modelId="{124B9E7B-BA00-40E0-A9EC-C74B49D9DCD6}" type="presOf" srcId="{E8D7BF73-DA6B-4D3F-82BB-E49D5132D16A}" destId="{778CE17F-AA24-4D03-8044-0379179DC9B3}" srcOrd="0" destOrd="0" presId="urn:microsoft.com/office/officeart/2018/2/layout/IconCircleList"/>
    <dgm:cxn modelId="{F0F2A39B-1116-4BDD-BD0D-0CFA92A45152}" srcId="{01CF9319-65B7-4F5E-A4D1-5E5009EB23C5}" destId="{93962AFB-A815-40C2-B043-FD65002BB7C3}" srcOrd="5" destOrd="0" parTransId="{F2D100BD-D0BE-43AC-837B-536DB2DF52FD}" sibTransId="{EEA1B2CF-02F1-455C-9ED3-7228F3E4CC94}"/>
    <dgm:cxn modelId="{BEB1E1B1-9C4E-4212-9A2E-DA5163F8663E}" type="presOf" srcId="{E5028922-776C-4EE9-A22A-9EDDA70B628E}" destId="{D5F3D20A-131A-4355-942D-0A322030C30B}" srcOrd="0" destOrd="0" presId="urn:microsoft.com/office/officeart/2018/2/layout/IconCircleList"/>
    <dgm:cxn modelId="{0CDF15B7-4AA0-4A84-B073-A6CEC1AE886F}" type="presOf" srcId="{F66EC57B-C533-4024-B6F6-5A050E48950A}" destId="{51ABF5EE-ED48-4DDD-9444-CF148ECCE104}" srcOrd="0" destOrd="0" presId="urn:microsoft.com/office/officeart/2018/2/layout/IconCircleList"/>
    <dgm:cxn modelId="{8AD518BB-4EE7-465B-8788-95BC098B49E3}" type="presOf" srcId="{AD486F75-F370-4B80-87F8-004AF9335C0B}" destId="{27D5B49F-7D76-4C35-965C-DC28D885006C}" srcOrd="0" destOrd="0" presId="urn:microsoft.com/office/officeart/2018/2/layout/IconCircleList"/>
    <dgm:cxn modelId="{1304C1D9-1B89-4700-B555-82B6C0549FAC}" srcId="{01CF9319-65B7-4F5E-A4D1-5E5009EB23C5}" destId="{E8D7BF73-DA6B-4D3F-82BB-E49D5132D16A}" srcOrd="2" destOrd="0" parTransId="{5002B46D-A54F-4E61-80B2-F91EF95F18E1}" sibTransId="{AD486F75-F370-4B80-87F8-004AF9335C0B}"/>
    <dgm:cxn modelId="{DCF6ADE5-DFE7-448C-8CF1-EAE12F641F86}" type="presOf" srcId="{01CF9319-65B7-4F5E-A4D1-5E5009EB23C5}" destId="{6C93A6AA-3608-44B2-AA01-B4FB26ED26E2}" srcOrd="0" destOrd="0" presId="urn:microsoft.com/office/officeart/2018/2/layout/IconCircleList"/>
    <dgm:cxn modelId="{E49B6AE9-7991-4D17-AFD7-EFF800AB9CF1}" srcId="{01CF9319-65B7-4F5E-A4D1-5E5009EB23C5}" destId="{E7F020BB-CC1F-4A7A-85EB-743DE0119A78}" srcOrd="4" destOrd="0" parTransId="{3DD3C2E2-789E-44E7-9178-18FED4F9107E}" sibTransId="{E5028922-776C-4EE9-A22A-9EDDA70B628E}"/>
    <dgm:cxn modelId="{2EA936F0-ABA8-4D8F-9E00-43C6D40FB129}" type="presOf" srcId="{8B23A050-3EC2-4772-97BB-F2B1FFE081C9}" destId="{D6C005E5-E0C4-4CEE-AEE5-3CF029098B5D}" srcOrd="0" destOrd="0" presId="urn:microsoft.com/office/officeart/2018/2/layout/IconCircleList"/>
    <dgm:cxn modelId="{0EE10FF7-5BA3-4CE2-B746-BA1D0F03F0CF}" type="presOf" srcId="{E7F020BB-CC1F-4A7A-85EB-743DE0119A78}" destId="{3F5706EA-C92A-4488-ACDB-30663B354400}" srcOrd="0" destOrd="0" presId="urn:microsoft.com/office/officeart/2018/2/layout/IconCircleList"/>
    <dgm:cxn modelId="{D6B0558F-7134-4B08-89C2-2FAAA33277F3}" type="presParOf" srcId="{6C93A6AA-3608-44B2-AA01-B4FB26ED26E2}" destId="{4AE4AB0B-0582-4CF8-A364-B5CE9389D973}" srcOrd="0" destOrd="0" presId="urn:microsoft.com/office/officeart/2018/2/layout/IconCircleList"/>
    <dgm:cxn modelId="{0A6D5AFA-D553-44FB-AFC4-0620F3676279}" type="presParOf" srcId="{4AE4AB0B-0582-4CF8-A364-B5CE9389D973}" destId="{F86E8698-01C4-4C7F-8174-1D5CBFFD80AB}" srcOrd="0" destOrd="0" presId="urn:microsoft.com/office/officeart/2018/2/layout/IconCircleList"/>
    <dgm:cxn modelId="{1E2F488F-2484-4610-A4C5-DF1625DB1510}" type="presParOf" srcId="{F86E8698-01C4-4C7F-8174-1D5CBFFD80AB}" destId="{444CE954-72C4-46F6-A01E-CF7EFBA97CEC}" srcOrd="0" destOrd="0" presId="urn:microsoft.com/office/officeart/2018/2/layout/IconCircleList"/>
    <dgm:cxn modelId="{237D1587-DD28-4E80-9B2B-FD07645EB1E4}" type="presParOf" srcId="{F86E8698-01C4-4C7F-8174-1D5CBFFD80AB}" destId="{D66948F7-405D-4182-8954-FEB1DC02FD34}" srcOrd="1" destOrd="0" presId="urn:microsoft.com/office/officeart/2018/2/layout/IconCircleList"/>
    <dgm:cxn modelId="{C80CE289-95F2-41A8-BF08-18E2F3ED5EBD}" type="presParOf" srcId="{F86E8698-01C4-4C7F-8174-1D5CBFFD80AB}" destId="{76400914-DB7C-4558-B385-A7FFC7D42E5F}" srcOrd="2" destOrd="0" presId="urn:microsoft.com/office/officeart/2018/2/layout/IconCircleList"/>
    <dgm:cxn modelId="{51DFA05A-5818-4FB0-8A20-8F8C01DE3BFD}" type="presParOf" srcId="{F86E8698-01C4-4C7F-8174-1D5CBFFD80AB}" destId="{D6C005E5-E0C4-4CEE-AEE5-3CF029098B5D}" srcOrd="3" destOrd="0" presId="urn:microsoft.com/office/officeart/2018/2/layout/IconCircleList"/>
    <dgm:cxn modelId="{054FFE85-F63F-418A-A126-2D0EA9B197BE}" type="presParOf" srcId="{4AE4AB0B-0582-4CF8-A364-B5CE9389D973}" destId="{BDD2E4E7-1BE7-42CB-8182-E7B994784D22}" srcOrd="1" destOrd="0" presId="urn:microsoft.com/office/officeart/2018/2/layout/IconCircleList"/>
    <dgm:cxn modelId="{F683D7BD-CCD2-4056-8CB0-BD665F0F80E3}" type="presParOf" srcId="{4AE4AB0B-0582-4CF8-A364-B5CE9389D973}" destId="{237463C4-B37A-4141-9E9A-9BE5422040BB}" srcOrd="2" destOrd="0" presId="urn:microsoft.com/office/officeart/2018/2/layout/IconCircleList"/>
    <dgm:cxn modelId="{EFCA5139-2AD0-4772-B42D-B89C9B198F23}" type="presParOf" srcId="{237463C4-B37A-4141-9E9A-9BE5422040BB}" destId="{A315B298-B4F5-4A58-A583-2E3A1C05BBE7}" srcOrd="0" destOrd="0" presId="urn:microsoft.com/office/officeart/2018/2/layout/IconCircleList"/>
    <dgm:cxn modelId="{05E90055-A6ED-4FEE-872B-10D4882B3A35}" type="presParOf" srcId="{237463C4-B37A-4141-9E9A-9BE5422040BB}" destId="{A2962F12-8C38-48BD-B7B9-4519983D6A75}" srcOrd="1" destOrd="0" presId="urn:microsoft.com/office/officeart/2018/2/layout/IconCircleList"/>
    <dgm:cxn modelId="{986FDDE9-2071-41C4-AF2D-152EB92788AE}" type="presParOf" srcId="{237463C4-B37A-4141-9E9A-9BE5422040BB}" destId="{DB511E51-0DB2-4141-987F-132824728CA1}" srcOrd="2" destOrd="0" presId="urn:microsoft.com/office/officeart/2018/2/layout/IconCircleList"/>
    <dgm:cxn modelId="{3232D92E-0789-4F36-A5F0-590644433E68}" type="presParOf" srcId="{237463C4-B37A-4141-9E9A-9BE5422040BB}" destId="{5BEBE39E-5C0C-42DC-B3B4-31835FB0F93A}" srcOrd="3" destOrd="0" presId="urn:microsoft.com/office/officeart/2018/2/layout/IconCircleList"/>
    <dgm:cxn modelId="{E1348586-5970-4E41-9A87-5540272ECD30}" type="presParOf" srcId="{4AE4AB0B-0582-4CF8-A364-B5CE9389D973}" destId="{F7A32CA2-3353-4D27-A005-99EABD377608}" srcOrd="3" destOrd="0" presId="urn:microsoft.com/office/officeart/2018/2/layout/IconCircleList"/>
    <dgm:cxn modelId="{69CBEE1F-6F3B-4855-9545-6562B1698C2E}" type="presParOf" srcId="{4AE4AB0B-0582-4CF8-A364-B5CE9389D973}" destId="{C4350436-B4E7-4E37-8451-7F3555D4F728}" srcOrd="4" destOrd="0" presId="urn:microsoft.com/office/officeart/2018/2/layout/IconCircleList"/>
    <dgm:cxn modelId="{AF55C7EE-6210-461E-9466-9233D680AF45}" type="presParOf" srcId="{C4350436-B4E7-4E37-8451-7F3555D4F728}" destId="{53F9EEFF-8C6D-4542-97F9-10AA4C483E8D}" srcOrd="0" destOrd="0" presId="urn:microsoft.com/office/officeart/2018/2/layout/IconCircleList"/>
    <dgm:cxn modelId="{931DB1AD-9FE8-47CD-B07C-368F6777F529}" type="presParOf" srcId="{C4350436-B4E7-4E37-8451-7F3555D4F728}" destId="{2BD6B485-5DFF-4C50-8480-795816462C89}" srcOrd="1" destOrd="0" presId="urn:microsoft.com/office/officeart/2018/2/layout/IconCircleList"/>
    <dgm:cxn modelId="{4DF70D2D-FAFB-45EC-AE94-08FFD72573C9}" type="presParOf" srcId="{C4350436-B4E7-4E37-8451-7F3555D4F728}" destId="{9122E516-BC81-45F6-B1AC-FA1E97E1F563}" srcOrd="2" destOrd="0" presId="urn:microsoft.com/office/officeart/2018/2/layout/IconCircleList"/>
    <dgm:cxn modelId="{C2A65C61-AB54-4576-BC1E-1A002DA8A36D}" type="presParOf" srcId="{C4350436-B4E7-4E37-8451-7F3555D4F728}" destId="{778CE17F-AA24-4D03-8044-0379179DC9B3}" srcOrd="3" destOrd="0" presId="urn:microsoft.com/office/officeart/2018/2/layout/IconCircleList"/>
    <dgm:cxn modelId="{4CC61392-18FD-4572-A6EB-79D260AC479C}" type="presParOf" srcId="{4AE4AB0B-0582-4CF8-A364-B5CE9389D973}" destId="{27D5B49F-7D76-4C35-965C-DC28D885006C}" srcOrd="5" destOrd="0" presId="urn:microsoft.com/office/officeart/2018/2/layout/IconCircleList"/>
    <dgm:cxn modelId="{46683974-9158-4DBB-887C-2CC835BC9AE7}" type="presParOf" srcId="{4AE4AB0B-0582-4CF8-A364-B5CE9389D973}" destId="{7BB00B4E-6E7E-4FF1-AA72-6EE95651AA63}" srcOrd="6" destOrd="0" presId="urn:microsoft.com/office/officeart/2018/2/layout/IconCircleList"/>
    <dgm:cxn modelId="{2D5A7EBD-F0A9-4253-A8CD-49545E27871F}" type="presParOf" srcId="{7BB00B4E-6E7E-4FF1-AA72-6EE95651AA63}" destId="{02F40DD8-451C-438E-B9ED-F7F3C7E8BCCE}" srcOrd="0" destOrd="0" presId="urn:microsoft.com/office/officeart/2018/2/layout/IconCircleList"/>
    <dgm:cxn modelId="{A1691018-5FF4-4865-A8E6-2A1119E49103}" type="presParOf" srcId="{7BB00B4E-6E7E-4FF1-AA72-6EE95651AA63}" destId="{8CD65D92-80A5-4305-AF35-200E08A84C03}" srcOrd="1" destOrd="0" presId="urn:microsoft.com/office/officeart/2018/2/layout/IconCircleList"/>
    <dgm:cxn modelId="{90AF8A54-ADCB-48AB-A6C2-69C1E6B657B8}" type="presParOf" srcId="{7BB00B4E-6E7E-4FF1-AA72-6EE95651AA63}" destId="{1AA30856-AD03-4CF0-9D18-E5C294559A54}" srcOrd="2" destOrd="0" presId="urn:microsoft.com/office/officeart/2018/2/layout/IconCircleList"/>
    <dgm:cxn modelId="{7EF4D09B-2815-4E2F-8BBA-7689A2C36C7F}" type="presParOf" srcId="{7BB00B4E-6E7E-4FF1-AA72-6EE95651AA63}" destId="{51ABF5EE-ED48-4DDD-9444-CF148ECCE104}" srcOrd="3" destOrd="0" presId="urn:microsoft.com/office/officeart/2018/2/layout/IconCircleList"/>
    <dgm:cxn modelId="{41751C6E-B800-4DAB-AA14-7AE316B20D26}" type="presParOf" srcId="{4AE4AB0B-0582-4CF8-A364-B5CE9389D973}" destId="{838769DC-62B0-44EA-ACA8-EC6454B6CBE5}" srcOrd="7" destOrd="0" presId="urn:microsoft.com/office/officeart/2018/2/layout/IconCircleList"/>
    <dgm:cxn modelId="{808C8409-D861-4FFD-B017-BC2746233FC7}" type="presParOf" srcId="{4AE4AB0B-0582-4CF8-A364-B5CE9389D973}" destId="{9EA03567-B36A-4D2D-9D66-CA87CB63BC26}" srcOrd="8" destOrd="0" presId="urn:microsoft.com/office/officeart/2018/2/layout/IconCircleList"/>
    <dgm:cxn modelId="{1933F448-F578-494F-80C0-503C281C5ED2}" type="presParOf" srcId="{9EA03567-B36A-4D2D-9D66-CA87CB63BC26}" destId="{08AEB059-270C-4C0B-AA9D-FAB7A16EE9AC}" srcOrd="0" destOrd="0" presId="urn:microsoft.com/office/officeart/2018/2/layout/IconCircleList"/>
    <dgm:cxn modelId="{9E12B49B-2E69-4360-8E57-EF1BA04A8D25}" type="presParOf" srcId="{9EA03567-B36A-4D2D-9D66-CA87CB63BC26}" destId="{9E1F07C3-A5EA-4C54-B981-4639389EE402}" srcOrd="1" destOrd="0" presId="urn:microsoft.com/office/officeart/2018/2/layout/IconCircleList"/>
    <dgm:cxn modelId="{2DFAA0AA-79D8-4E5F-9262-2C340419AEA1}" type="presParOf" srcId="{9EA03567-B36A-4D2D-9D66-CA87CB63BC26}" destId="{5842A6CF-3014-477B-8E00-D2D57A609B69}" srcOrd="2" destOrd="0" presId="urn:microsoft.com/office/officeart/2018/2/layout/IconCircleList"/>
    <dgm:cxn modelId="{14F3CF26-95EC-4973-A95C-19BFD51F74DF}" type="presParOf" srcId="{9EA03567-B36A-4D2D-9D66-CA87CB63BC26}" destId="{3F5706EA-C92A-4488-ACDB-30663B354400}" srcOrd="3" destOrd="0" presId="urn:microsoft.com/office/officeart/2018/2/layout/IconCircleList"/>
    <dgm:cxn modelId="{CB44EB0C-E12A-45E1-AEDE-CA8166937EF2}" type="presParOf" srcId="{4AE4AB0B-0582-4CF8-A364-B5CE9389D973}" destId="{D5F3D20A-131A-4355-942D-0A322030C30B}" srcOrd="9" destOrd="0" presId="urn:microsoft.com/office/officeart/2018/2/layout/IconCircleList"/>
    <dgm:cxn modelId="{CE6B9F03-88B8-4DCA-9D37-25886DCA1D45}" type="presParOf" srcId="{4AE4AB0B-0582-4CF8-A364-B5CE9389D973}" destId="{AC9066FA-6994-4065-A6D8-BFEB0109CCFF}" srcOrd="10" destOrd="0" presId="urn:microsoft.com/office/officeart/2018/2/layout/IconCircleList"/>
    <dgm:cxn modelId="{322B7A36-088F-4AAF-B615-4F81EC078FD1}" type="presParOf" srcId="{AC9066FA-6994-4065-A6D8-BFEB0109CCFF}" destId="{02283564-0D57-462E-BCE3-267F3E94BCE1}" srcOrd="0" destOrd="0" presId="urn:microsoft.com/office/officeart/2018/2/layout/IconCircleList"/>
    <dgm:cxn modelId="{F1EB7D27-14FF-47B7-A9D2-CBCE25CE8FE2}" type="presParOf" srcId="{AC9066FA-6994-4065-A6D8-BFEB0109CCFF}" destId="{09008F20-CFB1-4164-BD20-B9515267BC75}" srcOrd="1" destOrd="0" presId="urn:microsoft.com/office/officeart/2018/2/layout/IconCircleList"/>
    <dgm:cxn modelId="{58B1B250-AD80-473E-92BF-E34FD985E115}" type="presParOf" srcId="{AC9066FA-6994-4065-A6D8-BFEB0109CCFF}" destId="{83921B90-9768-4C3B-B30C-9ECB62324E6C}" srcOrd="2" destOrd="0" presId="urn:microsoft.com/office/officeart/2018/2/layout/IconCircleList"/>
    <dgm:cxn modelId="{20F31325-7CF5-43E4-AE4B-379D2FEB12FB}" type="presParOf" srcId="{AC9066FA-6994-4065-A6D8-BFEB0109CCFF}" destId="{DE3CD5B8-9DD8-40D1-9A6E-F4B20CF056A0}"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D64BD1A-F8BE-496B-8705-793C869987BD}" type="doc">
      <dgm:prSet loTypeId="urn:microsoft.com/office/officeart/2018/2/layout/IconLabelList" loCatId="icon" qsTypeId="urn:microsoft.com/office/officeart/2005/8/quickstyle/simple1" qsCatId="simple" csTypeId="urn:microsoft.com/office/officeart/2018/5/colors/Iconchunking_neutralbg_accent6_2" csCatId="accent6" phldr="1"/>
      <dgm:spPr/>
      <dgm:t>
        <a:bodyPr/>
        <a:lstStyle/>
        <a:p>
          <a:endParaRPr lang="en-US"/>
        </a:p>
      </dgm:t>
    </dgm:pt>
    <dgm:pt modelId="{933530B9-551E-40A1-A23F-90DD52EFC24A}">
      <dgm:prSet/>
      <dgm:spPr/>
      <dgm:t>
        <a:bodyPr/>
        <a:lstStyle/>
        <a:p>
          <a:pPr>
            <a:lnSpc>
              <a:spcPct val="100000"/>
            </a:lnSpc>
          </a:pPr>
          <a:r>
            <a:rPr lang="en-US" b="1"/>
            <a:t>Verification</a:t>
          </a:r>
          <a:endParaRPr lang="en-US"/>
        </a:p>
      </dgm:t>
    </dgm:pt>
    <dgm:pt modelId="{87A575EA-7618-4205-B1D4-382AAE1128C3}" type="parTrans" cxnId="{A812568D-82E7-4F06-B87C-AE6B457D0D40}">
      <dgm:prSet/>
      <dgm:spPr/>
      <dgm:t>
        <a:bodyPr/>
        <a:lstStyle/>
        <a:p>
          <a:endParaRPr lang="en-US"/>
        </a:p>
      </dgm:t>
    </dgm:pt>
    <dgm:pt modelId="{721FDE61-1948-4246-9C85-638B0E8A88AC}" type="sibTrans" cxnId="{A812568D-82E7-4F06-B87C-AE6B457D0D40}">
      <dgm:prSet/>
      <dgm:spPr/>
      <dgm:t>
        <a:bodyPr/>
        <a:lstStyle/>
        <a:p>
          <a:endParaRPr lang="en-US"/>
        </a:p>
      </dgm:t>
    </dgm:pt>
    <dgm:pt modelId="{04B9F038-5BC0-4B61-A16A-CA0F111A52EA}">
      <dgm:prSet/>
      <dgm:spPr/>
      <dgm:t>
        <a:bodyPr/>
        <a:lstStyle/>
        <a:p>
          <a:pPr>
            <a:lnSpc>
              <a:spcPct val="100000"/>
            </a:lnSpc>
          </a:pPr>
          <a:r>
            <a:rPr lang="en-US" b="1"/>
            <a:t>Evaluation</a:t>
          </a:r>
          <a:endParaRPr lang="en-US"/>
        </a:p>
      </dgm:t>
    </dgm:pt>
    <dgm:pt modelId="{8D62FB5A-332B-43F0-BF67-520E4A613642}" type="parTrans" cxnId="{4C237851-ED4B-4FF3-BBEF-54758D4DA113}">
      <dgm:prSet/>
      <dgm:spPr/>
      <dgm:t>
        <a:bodyPr/>
        <a:lstStyle/>
        <a:p>
          <a:endParaRPr lang="en-US"/>
        </a:p>
      </dgm:t>
    </dgm:pt>
    <dgm:pt modelId="{EB301E1C-C439-4195-A704-6FFC7221F9A1}" type="sibTrans" cxnId="{4C237851-ED4B-4FF3-BBEF-54758D4DA113}">
      <dgm:prSet/>
      <dgm:spPr/>
      <dgm:t>
        <a:bodyPr/>
        <a:lstStyle/>
        <a:p>
          <a:endParaRPr lang="en-US"/>
        </a:p>
      </dgm:t>
    </dgm:pt>
    <dgm:pt modelId="{C610A506-8E37-445D-BCE2-A0178B3BD963}" type="pres">
      <dgm:prSet presAssocID="{1D64BD1A-F8BE-496B-8705-793C869987BD}" presName="root" presStyleCnt="0">
        <dgm:presLayoutVars>
          <dgm:dir/>
          <dgm:resizeHandles val="exact"/>
        </dgm:presLayoutVars>
      </dgm:prSet>
      <dgm:spPr/>
    </dgm:pt>
    <dgm:pt modelId="{E32796FE-8380-42B7-BEC1-28CD05151C46}" type="pres">
      <dgm:prSet presAssocID="{933530B9-551E-40A1-A23F-90DD52EFC24A}" presName="compNode" presStyleCnt="0"/>
      <dgm:spPr/>
    </dgm:pt>
    <dgm:pt modelId="{F1575BC5-BBA3-4B80-BFBC-AC6821C67A57}" type="pres">
      <dgm:prSet presAssocID="{933530B9-551E-40A1-A23F-90DD52EFC24A}"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mployee Badge"/>
        </a:ext>
      </dgm:extLst>
    </dgm:pt>
    <dgm:pt modelId="{9B0FF273-EC13-4308-AFFC-D52218B15165}" type="pres">
      <dgm:prSet presAssocID="{933530B9-551E-40A1-A23F-90DD52EFC24A}" presName="spaceRect" presStyleCnt="0"/>
      <dgm:spPr/>
    </dgm:pt>
    <dgm:pt modelId="{AD3B6E85-5ECB-45EC-8535-6CFAA3A25482}" type="pres">
      <dgm:prSet presAssocID="{933530B9-551E-40A1-A23F-90DD52EFC24A}" presName="textRect" presStyleLbl="revTx" presStyleIdx="0" presStyleCnt="2">
        <dgm:presLayoutVars>
          <dgm:chMax val="1"/>
          <dgm:chPref val="1"/>
        </dgm:presLayoutVars>
      </dgm:prSet>
      <dgm:spPr/>
    </dgm:pt>
    <dgm:pt modelId="{84E20B2E-5E01-4F2E-9B6C-10024D83824E}" type="pres">
      <dgm:prSet presAssocID="{721FDE61-1948-4246-9C85-638B0E8A88AC}" presName="sibTrans" presStyleCnt="0"/>
      <dgm:spPr/>
    </dgm:pt>
    <dgm:pt modelId="{8DE2B867-BD40-4CEE-B2DE-C79F4DD25354}" type="pres">
      <dgm:prSet presAssocID="{04B9F038-5BC0-4B61-A16A-CA0F111A52EA}" presName="compNode" presStyleCnt="0"/>
      <dgm:spPr/>
    </dgm:pt>
    <dgm:pt modelId="{ACD51D4D-1083-447D-A919-B9AADF75E077}" type="pres">
      <dgm:prSet presAssocID="{04B9F038-5BC0-4B61-A16A-CA0F111A52E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78B43FFF-EFFD-4FB7-82C7-A1E6CC439DF7}" type="pres">
      <dgm:prSet presAssocID="{04B9F038-5BC0-4B61-A16A-CA0F111A52EA}" presName="spaceRect" presStyleCnt="0"/>
      <dgm:spPr/>
    </dgm:pt>
    <dgm:pt modelId="{EB40ADFE-6758-484C-92C8-9CA4328FF6C3}" type="pres">
      <dgm:prSet presAssocID="{04B9F038-5BC0-4B61-A16A-CA0F111A52EA}" presName="textRect" presStyleLbl="revTx" presStyleIdx="1" presStyleCnt="2">
        <dgm:presLayoutVars>
          <dgm:chMax val="1"/>
          <dgm:chPref val="1"/>
        </dgm:presLayoutVars>
      </dgm:prSet>
      <dgm:spPr/>
    </dgm:pt>
  </dgm:ptLst>
  <dgm:cxnLst>
    <dgm:cxn modelId="{275A6104-1826-47B2-8DFB-43EB8DF053E5}" type="presOf" srcId="{933530B9-551E-40A1-A23F-90DD52EFC24A}" destId="{AD3B6E85-5ECB-45EC-8535-6CFAA3A25482}" srcOrd="0" destOrd="0" presId="urn:microsoft.com/office/officeart/2018/2/layout/IconLabelList"/>
    <dgm:cxn modelId="{D0AA8135-DF0C-417E-A7C4-3074638E8374}" type="presOf" srcId="{1D64BD1A-F8BE-496B-8705-793C869987BD}" destId="{C610A506-8E37-445D-BCE2-A0178B3BD963}" srcOrd="0" destOrd="0" presId="urn:microsoft.com/office/officeart/2018/2/layout/IconLabelList"/>
    <dgm:cxn modelId="{4C237851-ED4B-4FF3-BBEF-54758D4DA113}" srcId="{1D64BD1A-F8BE-496B-8705-793C869987BD}" destId="{04B9F038-5BC0-4B61-A16A-CA0F111A52EA}" srcOrd="1" destOrd="0" parTransId="{8D62FB5A-332B-43F0-BF67-520E4A613642}" sibTransId="{EB301E1C-C439-4195-A704-6FFC7221F9A1}"/>
    <dgm:cxn modelId="{A812568D-82E7-4F06-B87C-AE6B457D0D40}" srcId="{1D64BD1A-F8BE-496B-8705-793C869987BD}" destId="{933530B9-551E-40A1-A23F-90DD52EFC24A}" srcOrd="0" destOrd="0" parTransId="{87A575EA-7618-4205-B1D4-382AAE1128C3}" sibTransId="{721FDE61-1948-4246-9C85-638B0E8A88AC}"/>
    <dgm:cxn modelId="{E722ACD6-6C89-4B68-AC8A-B2FC9927D580}" type="presOf" srcId="{04B9F038-5BC0-4B61-A16A-CA0F111A52EA}" destId="{EB40ADFE-6758-484C-92C8-9CA4328FF6C3}" srcOrd="0" destOrd="0" presId="urn:microsoft.com/office/officeart/2018/2/layout/IconLabelList"/>
    <dgm:cxn modelId="{74F57C3C-269A-477C-867C-08115E1C7F8E}" type="presParOf" srcId="{C610A506-8E37-445D-BCE2-A0178B3BD963}" destId="{E32796FE-8380-42B7-BEC1-28CD05151C46}" srcOrd="0" destOrd="0" presId="urn:microsoft.com/office/officeart/2018/2/layout/IconLabelList"/>
    <dgm:cxn modelId="{3231B4E2-8114-48F7-B2E9-047DD350C875}" type="presParOf" srcId="{E32796FE-8380-42B7-BEC1-28CD05151C46}" destId="{F1575BC5-BBA3-4B80-BFBC-AC6821C67A57}" srcOrd="0" destOrd="0" presId="urn:microsoft.com/office/officeart/2018/2/layout/IconLabelList"/>
    <dgm:cxn modelId="{5FD2CD62-0E3D-4624-BDFD-8881BB5A7D42}" type="presParOf" srcId="{E32796FE-8380-42B7-BEC1-28CD05151C46}" destId="{9B0FF273-EC13-4308-AFFC-D52218B15165}" srcOrd="1" destOrd="0" presId="urn:microsoft.com/office/officeart/2018/2/layout/IconLabelList"/>
    <dgm:cxn modelId="{2216466F-4014-4754-B3C1-5FE0A913F756}" type="presParOf" srcId="{E32796FE-8380-42B7-BEC1-28CD05151C46}" destId="{AD3B6E85-5ECB-45EC-8535-6CFAA3A25482}" srcOrd="2" destOrd="0" presId="urn:microsoft.com/office/officeart/2018/2/layout/IconLabelList"/>
    <dgm:cxn modelId="{F2383AE9-4344-4C90-BC45-D435CBF989C9}" type="presParOf" srcId="{C610A506-8E37-445D-BCE2-A0178B3BD963}" destId="{84E20B2E-5E01-4F2E-9B6C-10024D83824E}" srcOrd="1" destOrd="0" presId="urn:microsoft.com/office/officeart/2018/2/layout/IconLabelList"/>
    <dgm:cxn modelId="{8E6E6E4F-6632-4445-859A-3282E9D11156}" type="presParOf" srcId="{C610A506-8E37-445D-BCE2-A0178B3BD963}" destId="{8DE2B867-BD40-4CEE-B2DE-C79F4DD25354}" srcOrd="2" destOrd="0" presId="urn:microsoft.com/office/officeart/2018/2/layout/IconLabelList"/>
    <dgm:cxn modelId="{6A0B2542-D642-4E84-823C-CCEA6E5698CC}" type="presParOf" srcId="{8DE2B867-BD40-4CEE-B2DE-C79F4DD25354}" destId="{ACD51D4D-1083-447D-A919-B9AADF75E077}" srcOrd="0" destOrd="0" presId="urn:microsoft.com/office/officeart/2018/2/layout/IconLabelList"/>
    <dgm:cxn modelId="{5F1C6093-628B-4125-A942-CBE96BA87DAB}" type="presParOf" srcId="{8DE2B867-BD40-4CEE-B2DE-C79F4DD25354}" destId="{78B43FFF-EFFD-4FB7-82C7-A1E6CC439DF7}" srcOrd="1" destOrd="0" presId="urn:microsoft.com/office/officeart/2018/2/layout/IconLabelList"/>
    <dgm:cxn modelId="{543F0E5C-A924-4971-9C2E-BAD1C42DBB2E}" type="presParOf" srcId="{8DE2B867-BD40-4CEE-B2DE-C79F4DD25354}" destId="{EB40ADFE-6758-484C-92C8-9CA4328FF6C3}"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A4C6DD4-EC29-4AB9-B968-7381A32AEBE9}"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DF9E4C0F-C896-40AB-9933-49357FB25043}">
      <dgm:prSet/>
      <dgm:spPr/>
      <dgm:t>
        <a:bodyPr/>
        <a:lstStyle/>
        <a:p>
          <a:pPr>
            <a:lnSpc>
              <a:spcPct val="100000"/>
            </a:lnSpc>
          </a:pPr>
          <a:r>
            <a:rPr lang="en-US"/>
            <a:t>Unit testing</a:t>
          </a:r>
        </a:p>
      </dgm:t>
    </dgm:pt>
    <dgm:pt modelId="{572311DE-4402-45E2-9E0F-38D3447B953A}" type="parTrans" cxnId="{54D8CB85-B687-45AB-BA5E-21FF2DB3EC46}">
      <dgm:prSet/>
      <dgm:spPr/>
      <dgm:t>
        <a:bodyPr/>
        <a:lstStyle/>
        <a:p>
          <a:endParaRPr lang="en-US"/>
        </a:p>
      </dgm:t>
    </dgm:pt>
    <dgm:pt modelId="{C5D39F4A-92CA-47B5-8FEB-4F7CC4D0F43E}" type="sibTrans" cxnId="{54D8CB85-B687-45AB-BA5E-21FF2DB3EC46}">
      <dgm:prSet/>
      <dgm:spPr/>
      <dgm:t>
        <a:bodyPr/>
        <a:lstStyle/>
        <a:p>
          <a:endParaRPr lang="en-US"/>
        </a:p>
      </dgm:t>
    </dgm:pt>
    <dgm:pt modelId="{3A6D8438-9FDA-489A-988A-7A0E42F25141}">
      <dgm:prSet/>
      <dgm:spPr/>
      <dgm:t>
        <a:bodyPr/>
        <a:lstStyle/>
        <a:p>
          <a:pPr>
            <a:lnSpc>
              <a:spcPct val="100000"/>
            </a:lnSpc>
          </a:pPr>
          <a:r>
            <a:rPr lang="en-US"/>
            <a:t>Integration testing</a:t>
          </a:r>
        </a:p>
      </dgm:t>
    </dgm:pt>
    <dgm:pt modelId="{930799ED-FD98-4F29-880E-9A1E2887AFF6}" type="parTrans" cxnId="{23C18289-0B4B-4582-9187-2428745C3E26}">
      <dgm:prSet/>
      <dgm:spPr/>
      <dgm:t>
        <a:bodyPr/>
        <a:lstStyle/>
        <a:p>
          <a:endParaRPr lang="en-US"/>
        </a:p>
      </dgm:t>
    </dgm:pt>
    <dgm:pt modelId="{9FDB4DD6-9E23-4031-AB8A-23AE104D579D}" type="sibTrans" cxnId="{23C18289-0B4B-4582-9187-2428745C3E26}">
      <dgm:prSet/>
      <dgm:spPr/>
      <dgm:t>
        <a:bodyPr/>
        <a:lstStyle/>
        <a:p>
          <a:endParaRPr lang="en-US"/>
        </a:p>
      </dgm:t>
    </dgm:pt>
    <dgm:pt modelId="{0A9290FC-F932-4643-AB87-294414F2E26B}">
      <dgm:prSet/>
      <dgm:spPr/>
      <dgm:t>
        <a:bodyPr/>
        <a:lstStyle/>
        <a:p>
          <a:pPr>
            <a:lnSpc>
              <a:spcPct val="100000"/>
            </a:lnSpc>
          </a:pPr>
          <a:r>
            <a:rPr lang="en-US"/>
            <a:t>Regression testing</a:t>
          </a:r>
        </a:p>
      </dgm:t>
    </dgm:pt>
    <dgm:pt modelId="{69998743-EE65-4BE5-AE76-1C8009B4EF20}" type="parTrans" cxnId="{8CAEED43-F6A2-4FDF-ABC1-682C8CF6CE87}">
      <dgm:prSet/>
      <dgm:spPr/>
      <dgm:t>
        <a:bodyPr/>
        <a:lstStyle/>
        <a:p>
          <a:endParaRPr lang="en-US"/>
        </a:p>
      </dgm:t>
    </dgm:pt>
    <dgm:pt modelId="{A6CE55A3-C535-4881-8E8D-CD7DE69B228A}" type="sibTrans" cxnId="{8CAEED43-F6A2-4FDF-ABC1-682C8CF6CE87}">
      <dgm:prSet/>
      <dgm:spPr/>
      <dgm:t>
        <a:bodyPr/>
        <a:lstStyle/>
        <a:p>
          <a:endParaRPr lang="en-US"/>
        </a:p>
      </dgm:t>
    </dgm:pt>
    <dgm:pt modelId="{1BE5E6CC-F26B-4928-A438-3E0D795566B7}">
      <dgm:prSet/>
      <dgm:spPr/>
      <dgm:t>
        <a:bodyPr/>
        <a:lstStyle/>
        <a:p>
          <a:pPr>
            <a:lnSpc>
              <a:spcPct val="100000"/>
            </a:lnSpc>
          </a:pPr>
          <a:r>
            <a:rPr lang="en-US"/>
            <a:t>Functional testing</a:t>
          </a:r>
        </a:p>
      </dgm:t>
    </dgm:pt>
    <dgm:pt modelId="{9DC9477D-21F4-4F28-BF33-0A37DFE304BA}" type="parTrans" cxnId="{B4B770C2-FDEB-45F3-B4EE-A2E0781A6B18}">
      <dgm:prSet/>
      <dgm:spPr/>
      <dgm:t>
        <a:bodyPr/>
        <a:lstStyle/>
        <a:p>
          <a:endParaRPr lang="en-US"/>
        </a:p>
      </dgm:t>
    </dgm:pt>
    <dgm:pt modelId="{83B82D5A-D89C-4B42-AE55-FC51C5E092FC}" type="sibTrans" cxnId="{B4B770C2-FDEB-45F3-B4EE-A2E0781A6B18}">
      <dgm:prSet/>
      <dgm:spPr/>
      <dgm:t>
        <a:bodyPr/>
        <a:lstStyle/>
        <a:p>
          <a:endParaRPr lang="en-US"/>
        </a:p>
      </dgm:t>
    </dgm:pt>
    <dgm:pt modelId="{0A2B83CF-453E-4880-90B1-31D10D497C04}">
      <dgm:prSet/>
      <dgm:spPr/>
      <dgm:t>
        <a:bodyPr/>
        <a:lstStyle/>
        <a:p>
          <a:pPr>
            <a:lnSpc>
              <a:spcPct val="100000"/>
            </a:lnSpc>
          </a:pPr>
          <a:r>
            <a:rPr lang="en-US"/>
            <a:t>Performance testing</a:t>
          </a:r>
        </a:p>
      </dgm:t>
    </dgm:pt>
    <dgm:pt modelId="{1F677EC0-3BA7-48C8-B3E1-FA8213AD5F8F}" type="parTrans" cxnId="{D4AB5818-6A12-4F7C-9367-007113C2757E}">
      <dgm:prSet/>
      <dgm:spPr/>
      <dgm:t>
        <a:bodyPr/>
        <a:lstStyle/>
        <a:p>
          <a:endParaRPr lang="en-US"/>
        </a:p>
      </dgm:t>
    </dgm:pt>
    <dgm:pt modelId="{AACC09C7-44F0-486F-A426-74E66D17BBC7}" type="sibTrans" cxnId="{D4AB5818-6A12-4F7C-9367-007113C2757E}">
      <dgm:prSet/>
      <dgm:spPr/>
      <dgm:t>
        <a:bodyPr/>
        <a:lstStyle/>
        <a:p>
          <a:endParaRPr lang="en-US"/>
        </a:p>
      </dgm:t>
    </dgm:pt>
    <dgm:pt modelId="{387068C7-1DDF-450B-8F03-FE8780FF7F0D}" type="pres">
      <dgm:prSet presAssocID="{1A4C6DD4-EC29-4AB9-B968-7381A32AEBE9}" presName="root" presStyleCnt="0">
        <dgm:presLayoutVars>
          <dgm:dir/>
          <dgm:resizeHandles val="exact"/>
        </dgm:presLayoutVars>
      </dgm:prSet>
      <dgm:spPr/>
    </dgm:pt>
    <dgm:pt modelId="{41B6B439-D108-4204-A1C7-0F0C6D3F0D38}" type="pres">
      <dgm:prSet presAssocID="{DF9E4C0F-C896-40AB-9933-49357FB25043}" presName="compNode" presStyleCnt="0"/>
      <dgm:spPr/>
    </dgm:pt>
    <dgm:pt modelId="{A535673E-99EB-4BD2-B61F-541994B46959}" type="pres">
      <dgm:prSet presAssocID="{DF9E4C0F-C896-40AB-9933-49357FB25043}" presName="bgRect" presStyleLbl="bgShp" presStyleIdx="0" presStyleCnt="5"/>
      <dgm:spPr/>
    </dgm:pt>
    <dgm:pt modelId="{06D48967-10B5-4B6C-8E52-E6F0FF26CDE2}" type="pres">
      <dgm:prSet presAssocID="{DF9E4C0F-C896-40AB-9933-49357FB25043}"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eckmark"/>
        </a:ext>
      </dgm:extLst>
    </dgm:pt>
    <dgm:pt modelId="{B3128BE5-9F21-49A9-A4CA-88DA558D0201}" type="pres">
      <dgm:prSet presAssocID="{DF9E4C0F-C896-40AB-9933-49357FB25043}" presName="spaceRect" presStyleCnt="0"/>
      <dgm:spPr/>
    </dgm:pt>
    <dgm:pt modelId="{0389D4EF-9EE1-4B32-88BC-A934C9661C73}" type="pres">
      <dgm:prSet presAssocID="{DF9E4C0F-C896-40AB-9933-49357FB25043}" presName="parTx" presStyleLbl="revTx" presStyleIdx="0" presStyleCnt="5">
        <dgm:presLayoutVars>
          <dgm:chMax val="0"/>
          <dgm:chPref val="0"/>
        </dgm:presLayoutVars>
      </dgm:prSet>
      <dgm:spPr/>
    </dgm:pt>
    <dgm:pt modelId="{175D595F-6327-4D75-B789-682960B9FA4B}" type="pres">
      <dgm:prSet presAssocID="{C5D39F4A-92CA-47B5-8FEB-4F7CC4D0F43E}" presName="sibTrans" presStyleCnt="0"/>
      <dgm:spPr/>
    </dgm:pt>
    <dgm:pt modelId="{0B4EB2B7-41E9-4DC5-AD23-E4B78ACD9F24}" type="pres">
      <dgm:prSet presAssocID="{3A6D8438-9FDA-489A-988A-7A0E42F25141}" presName="compNode" presStyleCnt="0"/>
      <dgm:spPr/>
    </dgm:pt>
    <dgm:pt modelId="{F59AC9F5-EE85-4474-BDA2-E2D935A4CEAE}" type="pres">
      <dgm:prSet presAssocID="{3A6D8438-9FDA-489A-988A-7A0E42F25141}" presName="bgRect" presStyleLbl="bgShp" presStyleIdx="1" presStyleCnt="5"/>
      <dgm:spPr/>
    </dgm:pt>
    <dgm:pt modelId="{30F1A247-766C-42CD-A77E-A1730420CCBD}" type="pres">
      <dgm:prSet presAssocID="{3A6D8438-9FDA-489A-988A-7A0E42F25141}"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ears"/>
        </a:ext>
      </dgm:extLst>
    </dgm:pt>
    <dgm:pt modelId="{9513F3C3-DE2A-4309-96D9-B1EFCCCB54B3}" type="pres">
      <dgm:prSet presAssocID="{3A6D8438-9FDA-489A-988A-7A0E42F25141}" presName="spaceRect" presStyleCnt="0"/>
      <dgm:spPr/>
    </dgm:pt>
    <dgm:pt modelId="{AB6E121E-279F-4048-8AD2-B99560A0176A}" type="pres">
      <dgm:prSet presAssocID="{3A6D8438-9FDA-489A-988A-7A0E42F25141}" presName="parTx" presStyleLbl="revTx" presStyleIdx="1" presStyleCnt="5">
        <dgm:presLayoutVars>
          <dgm:chMax val="0"/>
          <dgm:chPref val="0"/>
        </dgm:presLayoutVars>
      </dgm:prSet>
      <dgm:spPr/>
    </dgm:pt>
    <dgm:pt modelId="{74F03F8A-95AE-454A-B548-274E5D13D5F8}" type="pres">
      <dgm:prSet presAssocID="{9FDB4DD6-9E23-4031-AB8A-23AE104D579D}" presName="sibTrans" presStyleCnt="0"/>
      <dgm:spPr/>
    </dgm:pt>
    <dgm:pt modelId="{951ED3FD-2E92-4270-A2E0-F19F20A594D0}" type="pres">
      <dgm:prSet presAssocID="{0A9290FC-F932-4643-AB87-294414F2E26B}" presName="compNode" presStyleCnt="0"/>
      <dgm:spPr/>
    </dgm:pt>
    <dgm:pt modelId="{51CFD1F6-F122-4CF7-8365-119E6347ABE7}" type="pres">
      <dgm:prSet presAssocID="{0A9290FC-F932-4643-AB87-294414F2E26B}" presName="bgRect" presStyleLbl="bgShp" presStyleIdx="2" presStyleCnt="5"/>
      <dgm:spPr/>
    </dgm:pt>
    <dgm:pt modelId="{9DED2E85-0DF1-461B-8C9B-404AD84F8565}" type="pres">
      <dgm:prSet presAssocID="{0A9290FC-F932-4643-AB87-294414F2E26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ar chart"/>
        </a:ext>
      </dgm:extLst>
    </dgm:pt>
    <dgm:pt modelId="{BA22A7A5-3EB5-490E-B8D3-7E152E97681B}" type="pres">
      <dgm:prSet presAssocID="{0A9290FC-F932-4643-AB87-294414F2E26B}" presName="spaceRect" presStyleCnt="0"/>
      <dgm:spPr/>
    </dgm:pt>
    <dgm:pt modelId="{4CA6F4D5-825A-4DD4-B7DD-7E52118D735C}" type="pres">
      <dgm:prSet presAssocID="{0A9290FC-F932-4643-AB87-294414F2E26B}" presName="parTx" presStyleLbl="revTx" presStyleIdx="2" presStyleCnt="5">
        <dgm:presLayoutVars>
          <dgm:chMax val="0"/>
          <dgm:chPref val="0"/>
        </dgm:presLayoutVars>
      </dgm:prSet>
      <dgm:spPr/>
    </dgm:pt>
    <dgm:pt modelId="{1DE52DB5-C213-47C5-8EB5-B5BE194D097D}" type="pres">
      <dgm:prSet presAssocID="{A6CE55A3-C535-4881-8E8D-CD7DE69B228A}" presName="sibTrans" presStyleCnt="0"/>
      <dgm:spPr/>
    </dgm:pt>
    <dgm:pt modelId="{0AD55AC9-7DD4-450F-ACBF-F723D2147DAD}" type="pres">
      <dgm:prSet presAssocID="{1BE5E6CC-F26B-4928-A438-3E0D795566B7}" presName="compNode" presStyleCnt="0"/>
      <dgm:spPr/>
    </dgm:pt>
    <dgm:pt modelId="{52361C47-98C6-4431-9F7F-272E03F77240}" type="pres">
      <dgm:prSet presAssocID="{1BE5E6CC-F26B-4928-A438-3E0D795566B7}" presName="bgRect" presStyleLbl="bgShp" presStyleIdx="3" presStyleCnt="5"/>
      <dgm:spPr/>
    </dgm:pt>
    <dgm:pt modelId="{20CB7003-8F30-4895-8934-9C86ECBA7109}" type="pres">
      <dgm:prSet presAssocID="{1BE5E6CC-F26B-4928-A438-3E0D795566B7}"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heck List"/>
        </a:ext>
      </dgm:extLst>
    </dgm:pt>
    <dgm:pt modelId="{04E20A46-1928-4C9F-A822-8837176DD0FE}" type="pres">
      <dgm:prSet presAssocID="{1BE5E6CC-F26B-4928-A438-3E0D795566B7}" presName="spaceRect" presStyleCnt="0"/>
      <dgm:spPr/>
    </dgm:pt>
    <dgm:pt modelId="{B7993541-019C-4B63-B698-9243A59A23C6}" type="pres">
      <dgm:prSet presAssocID="{1BE5E6CC-F26B-4928-A438-3E0D795566B7}" presName="parTx" presStyleLbl="revTx" presStyleIdx="3" presStyleCnt="5">
        <dgm:presLayoutVars>
          <dgm:chMax val="0"/>
          <dgm:chPref val="0"/>
        </dgm:presLayoutVars>
      </dgm:prSet>
      <dgm:spPr/>
    </dgm:pt>
    <dgm:pt modelId="{8AE62D2F-0816-43E4-AE36-50BE33224078}" type="pres">
      <dgm:prSet presAssocID="{83B82D5A-D89C-4B42-AE55-FC51C5E092FC}" presName="sibTrans" presStyleCnt="0"/>
      <dgm:spPr/>
    </dgm:pt>
    <dgm:pt modelId="{325BAAD8-ECE0-4452-8484-DD4A150FD5C5}" type="pres">
      <dgm:prSet presAssocID="{0A2B83CF-453E-4880-90B1-31D10D497C04}" presName="compNode" presStyleCnt="0"/>
      <dgm:spPr/>
    </dgm:pt>
    <dgm:pt modelId="{1DE9A34A-F9B7-49BD-89E9-037A694C1B5A}" type="pres">
      <dgm:prSet presAssocID="{0A2B83CF-453E-4880-90B1-31D10D497C04}" presName="bgRect" presStyleLbl="bgShp" presStyleIdx="4" presStyleCnt="5"/>
      <dgm:spPr/>
    </dgm:pt>
    <dgm:pt modelId="{8FF62DE5-1342-4F4C-AC29-6C5031A3F9A5}" type="pres">
      <dgm:prSet presAssocID="{0A2B83CF-453E-4880-90B1-31D10D497C04}"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Upward trend"/>
        </a:ext>
      </dgm:extLst>
    </dgm:pt>
    <dgm:pt modelId="{95F56A5B-5787-40E7-B48D-CA9F96364185}" type="pres">
      <dgm:prSet presAssocID="{0A2B83CF-453E-4880-90B1-31D10D497C04}" presName="spaceRect" presStyleCnt="0"/>
      <dgm:spPr/>
    </dgm:pt>
    <dgm:pt modelId="{6508AE48-1EFC-4F73-AD24-3DCD48E837B5}" type="pres">
      <dgm:prSet presAssocID="{0A2B83CF-453E-4880-90B1-31D10D497C04}" presName="parTx" presStyleLbl="revTx" presStyleIdx="4" presStyleCnt="5">
        <dgm:presLayoutVars>
          <dgm:chMax val="0"/>
          <dgm:chPref val="0"/>
        </dgm:presLayoutVars>
      </dgm:prSet>
      <dgm:spPr/>
    </dgm:pt>
  </dgm:ptLst>
  <dgm:cxnLst>
    <dgm:cxn modelId="{2A9A4507-7FE2-47C5-AD57-011B05DF5162}" type="presOf" srcId="{1BE5E6CC-F26B-4928-A438-3E0D795566B7}" destId="{B7993541-019C-4B63-B698-9243A59A23C6}" srcOrd="0" destOrd="0" presId="urn:microsoft.com/office/officeart/2018/2/layout/IconVerticalSolidList"/>
    <dgm:cxn modelId="{D4AB5818-6A12-4F7C-9367-007113C2757E}" srcId="{1A4C6DD4-EC29-4AB9-B968-7381A32AEBE9}" destId="{0A2B83CF-453E-4880-90B1-31D10D497C04}" srcOrd="4" destOrd="0" parTransId="{1F677EC0-3BA7-48C8-B3E1-FA8213AD5F8F}" sibTransId="{AACC09C7-44F0-486F-A426-74E66D17BBC7}"/>
    <dgm:cxn modelId="{1B277127-8F5F-460C-8C81-F1A64EBD53BC}" type="presOf" srcId="{1A4C6DD4-EC29-4AB9-B968-7381A32AEBE9}" destId="{387068C7-1DDF-450B-8F03-FE8780FF7F0D}" srcOrd="0" destOrd="0" presId="urn:microsoft.com/office/officeart/2018/2/layout/IconVerticalSolidList"/>
    <dgm:cxn modelId="{8CAEED43-F6A2-4FDF-ABC1-682C8CF6CE87}" srcId="{1A4C6DD4-EC29-4AB9-B968-7381A32AEBE9}" destId="{0A9290FC-F932-4643-AB87-294414F2E26B}" srcOrd="2" destOrd="0" parTransId="{69998743-EE65-4BE5-AE76-1C8009B4EF20}" sibTransId="{A6CE55A3-C535-4881-8E8D-CD7DE69B228A}"/>
    <dgm:cxn modelId="{54D8CB85-B687-45AB-BA5E-21FF2DB3EC46}" srcId="{1A4C6DD4-EC29-4AB9-B968-7381A32AEBE9}" destId="{DF9E4C0F-C896-40AB-9933-49357FB25043}" srcOrd="0" destOrd="0" parTransId="{572311DE-4402-45E2-9E0F-38D3447B953A}" sibTransId="{C5D39F4A-92CA-47B5-8FEB-4F7CC4D0F43E}"/>
    <dgm:cxn modelId="{23C18289-0B4B-4582-9187-2428745C3E26}" srcId="{1A4C6DD4-EC29-4AB9-B968-7381A32AEBE9}" destId="{3A6D8438-9FDA-489A-988A-7A0E42F25141}" srcOrd="1" destOrd="0" parTransId="{930799ED-FD98-4F29-880E-9A1E2887AFF6}" sibTransId="{9FDB4DD6-9E23-4031-AB8A-23AE104D579D}"/>
    <dgm:cxn modelId="{78EE91A3-1213-496D-859B-1040C237A38C}" type="presOf" srcId="{3A6D8438-9FDA-489A-988A-7A0E42F25141}" destId="{AB6E121E-279F-4048-8AD2-B99560A0176A}" srcOrd="0" destOrd="0" presId="urn:microsoft.com/office/officeart/2018/2/layout/IconVerticalSolidList"/>
    <dgm:cxn modelId="{318D03A8-F578-4CB0-991B-A36EFF0B940B}" type="presOf" srcId="{DF9E4C0F-C896-40AB-9933-49357FB25043}" destId="{0389D4EF-9EE1-4B32-88BC-A934C9661C73}" srcOrd="0" destOrd="0" presId="urn:microsoft.com/office/officeart/2018/2/layout/IconVerticalSolidList"/>
    <dgm:cxn modelId="{B4B770C2-FDEB-45F3-B4EE-A2E0781A6B18}" srcId="{1A4C6DD4-EC29-4AB9-B968-7381A32AEBE9}" destId="{1BE5E6CC-F26B-4928-A438-3E0D795566B7}" srcOrd="3" destOrd="0" parTransId="{9DC9477D-21F4-4F28-BF33-0A37DFE304BA}" sibTransId="{83B82D5A-D89C-4B42-AE55-FC51C5E092FC}"/>
    <dgm:cxn modelId="{3F47FEC7-BB0C-40D9-B406-3EA7FF99419B}" type="presOf" srcId="{0A9290FC-F932-4643-AB87-294414F2E26B}" destId="{4CA6F4D5-825A-4DD4-B7DD-7E52118D735C}" srcOrd="0" destOrd="0" presId="urn:microsoft.com/office/officeart/2018/2/layout/IconVerticalSolidList"/>
    <dgm:cxn modelId="{05FF61E8-AE95-4A89-850C-0CEDD2A2A062}" type="presOf" srcId="{0A2B83CF-453E-4880-90B1-31D10D497C04}" destId="{6508AE48-1EFC-4F73-AD24-3DCD48E837B5}" srcOrd="0" destOrd="0" presId="urn:microsoft.com/office/officeart/2018/2/layout/IconVerticalSolidList"/>
    <dgm:cxn modelId="{2E218307-835C-4FFE-A790-243E517A5550}" type="presParOf" srcId="{387068C7-1DDF-450B-8F03-FE8780FF7F0D}" destId="{41B6B439-D108-4204-A1C7-0F0C6D3F0D38}" srcOrd="0" destOrd="0" presId="urn:microsoft.com/office/officeart/2018/2/layout/IconVerticalSolidList"/>
    <dgm:cxn modelId="{A8EBB8B5-89B1-4427-AA24-F73BC0B6058A}" type="presParOf" srcId="{41B6B439-D108-4204-A1C7-0F0C6D3F0D38}" destId="{A535673E-99EB-4BD2-B61F-541994B46959}" srcOrd="0" destOrd="0" presId="urn:microsoft.com/office/officeart/2018/2/layout/IconVerticalSolidList"/>
    <dgm:cxn modelId="{F237EE6D-A22F-45B4-977C-48117AB06916}" type="presParOf" srcId="{41B6B439-D108-4204-A1C7-0F0C6D3F0D38}" destId="{06D48967-10B5-4B6C-8E52-E6F0FF26CDE2}" srcOrd="1" destOrd="0" presId="urn:microsoft.com/office/officeart/2018/2/layout/IconVerticalSolidList"/>
    <dgm:cxn modelId="{57E90E3F-EC52-4972-A0C8-3FE71447A9CE}" type="presParOf" srcId="{41B6B439-D108-4204-A1C7-0F0C6D3F0D38}" destId="{B3128BE5-9F21-49A9-A4CA-88DA558D0201}" srcOrd="2" destOrd="0" presId="urn:microsoft.com/office/officeart/2018/2/layout/IconVerticalSolidList"/>
    <dgm:cxn modelId="{3AD1C385-48BE-4E86-A6C5-EA64203D4679}" type="presParOf" srcId="{41B6B439-D108-4204-A1C7-0F0C6D3F0D38}" destId="{0389D4EF-9EE1-4B32-88BC-A934C9661C73}" srcOrd="3" destOrd="0" presId="urn:microsoft.com/office/officeart/2018/2/layout/IconVerticalSolidList"/>
    <dgm:cxn modelId="{511807CA-8769-48C0-AEE3-C35319CB3F2E}" type="presParOf" srcId="{387068C7-1DDF-450B-8F03-FE8780FF7F0D}" destId="{175D595F-6327-4D75-B789-682960B9FA4B}" srcOrd="1" destOrd="0" presId="urn:microsoft.com/office/officeart/2018/2/layout/IconVerticalSolidList"/>
    <dgm:cxn modelId="{49015701-FC5E-45E1-99B4-84124C04CDE1}" type="presParOf" srcId="{387068C7-1DDF-450B-8F03-FE8780FF7F0D}" destId="{0B4EB2B7-41E9-4DC5-AD23-E4B78ACD9F24}" srcOrd="2" destOrd="0" presId="urn:microsoft.com/office/officeart/2018/2/layout/IconVerticalSolidList"/>
    <dgm:cxn modelId="{F449C764-1265-4309-8145-464050A3B9E0}" type="presParOf" srcId="{0B4EB2B7-41E9-4DC5-AD23-E4B78ACD9F24}" destId="{F59AC9F5-EE85-4474-BDA2-E2D935A4CEAE}" srcOrd="0" destOrd="0" presId="urn:microsoft.com/office/officeart/2018/2/layout/IconVerticalSolidList"/>
    <dgm:cxn modelId="{C772FF22-17CD-4C68-A250-BC8E1ABE8419}" type="presParOf" srcId="{0B4EB2B7-41E9-4DC5-AD23-E4B78ACD9F24}" destId="{30F1A247-766C-42CD-A77E-A1730420CCBD}" srcOrd="1" destOrd="0" presId="urn:microsoft.com/office/officeart/2018/2/layout/IconVerticalSolidList"/>
    <dgm:cxn modelId="{4FA3D097-97D1-4A68-8B88-72528B1E301C}" type="presParOf" srcId="{0B4EB2B7-41E9-4DC5-AD23-E4B78ACD9F24}" destId="{9513F3C3-DE2A-4309-96D9-B1EFCCCB54B3}" srcOrd="2" destOrd="0" presId="urn:microsoft.com/office/officeart/2018/2/layout/IconVerticalSolidList"/>
    <dgm:cxn modelId="{520F1764-3770-4DDD-B1A0-A1EEADD4E599}" type="presParOf" srcId="{0B4EB2B7-41E9-4DC5-AD23-E4B78ACD9F24}" destId="{AB6E121E-279F-4048-8AD2-B99560A0176A}" srcOrd="3" destOrd="0" presId="urn:microsoft.com/office/officeart/2018/2/layout/IconVerticalSolidList"/>
    <dgm:cxn modelId="{75206521-66AD-4391-9608-CE3DBF9B31BA}" type="presParOf" srcId="{387068C7-1DDF-450B-8F03-FE8780FF7F0D}" destId="{74F03F8A-95AE-454A-B548-274E5D13D5F8}" srcOrd="3" destOrd="0" presId="urn:microsoft.com/office/officeart/2018/2/layout/IconVerticalSolidList"/>
    <dgm:cxn modelId="{67EB88B8-7EAC-445C-8A7C-6BD5C230DDDC}" type="presParOf" srcId="{387068C7-1DDF-450B-8F03-FE8780FF7F0D}" destId="{951ED3FD-2E92-4270-A2E0-F19F20A594D0}" srcOrd="4" destOrd="0" presId="urn:microsoft.com/office/officeart/2018/2/layout/IconVerticalSolidList"/>
    <dgm:cxn modelId="{DCAB26BC-6947-4C6B-B270-6FF69E975039}" type="presParOf" srcId="{951ED3FD-2E92-4270-A2E0-F19F20A594D0}" destId="{51CFD1F6-F122-4CF7-8365-119E6347ABE7}" srcOrd="0" destOrd="0" presId="urn:microsoft.com/office/officeart/2018/2/layout/IconVerticalSolidList"/>
    <dgm:cxn modelId="{CD79CD9E-5277-434F-A03F-9D9A51D47860}" type="presParOf" srcId="{951ED3FD-2E92-4270-A2E0-F19F20A594D0}" destId="{9DED2E85-0DF1-461B-8C9B-404AD84F8565}" srcOrd="1" destOrd="0" presId="urn:microsoft.com/office/officeart/2018/2/layout/IconVerticalSolidList"/>
    <dgm:cxn modelId="{D773B79A-73F1-40D7-AA8E-F764C53ADB1C}" type="presParOf" srcId="{951ED3FD-2E92-4270-A2E0-F19F20A594D0}" destId="{BA22A7A5-3EB5-490E-B8D3-7E152E97681B}" srcOrd="2" destOrd="0" presId="urn:microsoft.com/office/officeart/2018/2/layout/IconVerticalSolidList"/>
    <dgm:cxn modelId="{7929811C-A80F-4714-B98B-D80BC5DF7C16}" type="presParOf" srcId="{951ED3FD-2E92-4270-A2E0-F19F20A594D0}" destId="{4CA6F4D5-825A-4DD4-B7DD-7E52118D735C}" srcOrd="3" destOrd="0" presId="urn:microsoft.com/office/officeart/2018/2/layout/IconVerticalSolidList"/>
    <dgm:cxn modelId="{CF54BCB6-95CA-4645-8A11-ED0023543307}" type="presParOf" srcId="{387068C7-1DDF-450B-8F03-FE8780FF7F0D}" destId="{1DE52DB5-C213-47C5-8EB5-B5BE194D097D}" srcOrd="5" destOrd="0" presId="urn:microsoft.com/office/officeart/2018/2/layout/IconVerticalSolidList"/>
    <dgm:cxn modelId="{E65CE90C-4CA3-491B-99A4-C32B832BE216}" type="presParOf" srcId="{387068C7-1DDF-450B-8F03-FE8780FF7F0D}" destId="{0AD55AC9-7DD4-450F-ACBF-F723D2147DAD}" srcOrd="6" destOrd="0" presId="urn:microsoft.com/office/officeart/2018/2/layout/IconVerticalSolidList"/>
    <dgm:cxn modelId="{CD75054D-D0FE-4423-A6FB-2E9286C532D1}" type="presParOf" srcId="{0AD55AC9-7DD4-450F-ACBF-F723D2147DAD}" destId="{52361C47-98C6-4431-9F7F-272E03F77240}" srcOrd="0" destOrd="0" presId="urn:microsoft.com/office/officeart/2018/2/layout/IconVerticalSolidList"/>
    <dgm:cxn modelId="{A7CD0EC2-D220-48B9-A9BD-4D47F6081318}" type="presParOf" srcId="{0AD55AC9-7DD4-450F-ACBF-F723D2147DAD}" destId="{20CB7003-8F30-4895-8934-9C86ECBA7109}" srcOrd="1" destOrd="0" presId="urn:microsoft.com/office/officeart/2018/2/layout/IconVerticalSolidList"/>
    <dgm:cxn modelId="{4F1221FC-942D-4BDC-86E8-8FBDD2658115}" type="presParOf" srcId="{0AD55AC9-7DD4-450F-ACBF-F723D2147DAD}" destId="{04E20A46-1928-4C9F-A822-8837176DD0FE}" srcOrd="2" destOrd="0" presId="urn:microsoft.com/office/officeart/2018/2/layout/IconVerticalSolidList"/>
    <dgm:cxn modelId="{043234A5-2D00-49A9-B598-6CFB6DDF40D5}" type="presParOf" srcId="{0AD55AC9-7DD4-450F-ACBF-F723D2147DAD}" destId="{B7993541-019C-4B63-B698-9243A59A23C6}" srcOrd="3" destOrd="0" presId="urn:microsoft.com/office/officeart/2018/2/layout/IconVerticalSolidList"/>
    <dgm:cxn modelId="{F66168DE-A34E-4FC7-8BE1-87DA808D5F25}" type="presParOf" srcId="{387068C7-1DDF-450B-8F03-FE8780FF7F0D}" destId="{8AE62D2F-0816-43E4-AE36-50BE33224078}" srcOrd="7" destOrd="0" presId="urn:microsoft.com/office/officeart/2018/2/layout/IconVerticalSolidList"/>
    <dgm:cxn modelId="{B1CFF33E-5092-4A1C-B9C2-7B7F8FD5BC42}" type="presParOf" srcId="{387068C7-1DDF-450B-8F03-FE8780FF7F0D}" destId="{325BAAD8-ECE0-4452-8484-DD4A150FD5C5}" srcOrd="8" destOrd="0" presId="urn:microsoft.com/office/officeart/2018/2/layout/IconVerticalSolidList"/>
    <dgm:cxn modelId="{8C2E5EB4-3FEC-4AE5-BCC3-755508B048BC}" type="presParOf" srcId="{325BAAD8-ECE0-4452-8484-DD4A150FD5C5}" destId="{1DE9A34A-F9B7-49BD-89E9-037A694C1B5A}" srcOrd="0" destOrd="0" presId="urn:microsoft.com/office/officeart/2018/2/layout/IconVerticalSolidList"/>
    <dgm:cxn modelId="{23BED3F8-1A7C-41D5-A649-EA42E34A6576}" type="presParOf" srcId="{325BAAD8-ECE0-4452-8484-DD4A150FD5C5}" destId="{8FF62DE5-1342-4F4C-AC29-6C5031A3F9A5}" srcOrd="1" destOrd="0" presId="urn:microsoft.com/office/officeart/2018/2/layout/IconVerticalSolidList"/>
    <dgm:cxn modelId="{3D6E0BD1-3668-44B2-A031-B6C1C901DA4B}" type="presParOf" srcId="{325BAAD8-ECE0-4452-8484-DD4A150FD5C5}" destId="{95F56A5B-5787-40E7-B48D-CA9F96364185}" srcOrd="2" destOrd="0" presId="urn:microsoft.com/office/officeart/2018/2/layout/IconVerticalSolidList"/>
    <dgm:cxn modelId="{17D327A5-C31B-4241-A463-CA57BA77A600}" type="presParOf" srcId="{325BAAD8-ECE0-4452-8484-DD4A150FD5C5}" destId="{6508AE48-1EFC-4F73-AD24-3DCD48E837B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02FD31F-2A3F-4D30-ADE8-F44ED72AB059}"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40CBC405-2B4C-4E96-985A-1892B85EA35B}">
      <dgm:prSet/>
      <dgm:spPr/>
      <dgm:t>
        <a:bodyPr/>
        <a:lstStyle/>
        <a:p>
          <a:pPr>
            <a:lnSpc>
              <a:spcPct val="100000"/>
            </a:lnSpc>
          </a:pPr>
          <a:r>
            <a:rPr lang="en-US" b="0" i="0"/>
            <a:t>Playability</a:t>
          </a:r>
          <a:endParaRPr lang="en-US"/>
        </a:p>
      </dgm:t>
    </dgm:pt>
    <dgm:pt modelId="{7D4780DB-1E26-4BCF-8023-003C1361126E}" type="parTrans" cxnId="{36E4470C-B2DB-4B43-A873-65E68F6130C9}">
      <dgm:prSet/>
      <dgm:spPr/>
      <dgm:t>
        <a:bodyPr/>
        <a:lstStyle/>
        <a:p>
          <a:endParaRPr lang="en-US"/>
        </a:p>
      </dgm:t>
    </dgm:pt>
    <dgm:pt modelId="{E1A5D334-B4F2-4745-B7B5-8ABF64F44865}" type="sibTrans" cxnId="{36E4470C-B2DB-4B43-A873-65E68F6130C9}">
      <dgm:prSet/>
      <dgm:spPr/>
      <dgm:t>
        <a:bodyPr/>
        <a:lstStyle/>
        <a:p>
          <a:endParaRPr lang="en-US"/>
        </a:p>
      </dgm:t>
    </dgm:pt>
    <dgm:pt modelId="{29706CBE-8A08-4B11-96DA-5F7220F46F49}">
      <dgm:prSet/>
      <dgm:spPr/>
      <dgm:t>
        <a:bodyPr/>
        <a:lstStyle/>
        <a:p>
          <a:pPr>
            <a:lnSpc>
              <a:spcPct val="100000"/>
            </a:lnSpc>
          </a:pPr>
          <a:r>
            <a:rPr lang="en-US" b="0" i="0"/>
            <a:t>Usability</a:t>
          </a:r>
          <a:endParaRPr lang="en-US"/>
        </a:p>
      </dgm:t>
    </dgm:pt>
    <dgm:pt modelId="{659C2F71-E206-445E-96F4-4633182714C5}" type="parTrans" cxnId="{BBF815EF-B601-403B-9E15-4A29B29AF4C0}">
      <dgm:prSet/>
      <dgm:spPr/>
      <dgm:t>
        <a:bodyPr/>
        <a:lstStyle/>
        <a:p>
          <a:endParaRPr lang="en-US"/>
        </a:p>
      </dgm:t>
    </dgm:pt>
    <dgm:pt modelId="{FB1DC60A-4D0B-4682-BE15-21B67EFE5B15}" type="sibTrans" cxnId="{BBF815EF-B601-403B-9E15-4A29B29AF4C0}">
      <dgm:prSet/>
      <dgm:spPr/>
      <dgm:t>
        <a:bodyPr/>
        <a:lstStyle/>
        <a:p>
          <a:endParaRPr lang="en-US"/>
        </a:p>
      </dgm:t>
    </dgm:pt>
    <dgm:pt modelId="{3AB41C2B-9A73-47DF-94B9-C2CF859D9885}">
      <dgm:prSet/>
      <dgm:spPr/>
      <dgm:t>
        <a:bodyPr/>
        <a:lstStyle/>
        <a:p>
          <a:pPr>
            <a:lnSpc>
              <a:spcPct val="100000"/>
            </a:lnSpc>
          </a:pPr>
          <a:r>
            <a:rPr lang="en-US" b="0" i="0"/>
            <a:t>Quality</a:t>
          </a:r>
          <a:endParaRPr lang="en-US"/>
        </a:p>
      </dgm:t>
    </dgm:pt>
    <dgm:pt modelId="{EEB7E41B-A9E1-4372-A729-723967952810}" type="parTrans" cxnId="{9917C771-9CA6-4E2F-AE7C-B4880E534AF2}">
      <dgm:prSet/>
      <dgm:spPr/>
      <dgm:t>
        <a:bodyPr/>
        <a:lstStyle/>
        <a:p>
          <a:endParaRPr lang="en-US"/>
        </a:p>
      </dgm:t>
    </dgm:pt>
    <dgm:pt modelId="{C3B44478-576A-426F-A4CD-19D56F25C9C7}" type="sibTrans" cxnId="{9917C771-9CA6-4E2F-AE7C-B4880E534AF2}">
      <dgm:prSet/>
      <dgm:spPr/>
      <dgm:t>
        <a:bodyPr/>
        <a:lstStyle/>
        <a:p>
          <a:endParaRPr lang="en-US"/>
        </a:p>
      </dgm:t>
    </dgm:pt>
    <dgm:pt modelId="{68667496-27F9-44AC-8812-ECEE290DBAD4}" type="pres">
      <dgm:prSet presAssocID="{102FD31F-2A3F-4D30-ADE8-F44ED72AB059}" presName="root" presStyleCnt="0">
        <dgm:presLayoutVars>
          <dgm:dir/>
          <dgm:resizeHandles val="exact"/>
        </dgm:presLayoutVars>
      </dgm:prSet>
      <dgm:spPr/>
    </dgm:pt>
    <dgm:pt modelId="{10B4F140-9BBC-4933-8A19-B028CF6AADA7}" type="pres">
      <dgm:prSet presAssocID="{40CBC405-2B4C-4E96-985A-1892B85EA35B}" presName="compNode" presStyleCnt="0"/>
      <dgm:spPr/>
    </dgm:pt>
    <dgm:pt modelId="{1F3BCE96-BA4F-450F-8172-A7791E79B323}" type="pres">
      <dgm:prSet presAssocID="{40CBC405-2B4C-4E96-985A-1892B85EA35B}" presName="bgRect" presStyleLbl="bgShp" presStyleIdx="0" presStyleCnt="3"/>
      <dgm:spPr/>
    </dgm:pt>
    <dgm:pt modelId="{96AD58D2-954B-4009-AD89-97DA9083D829}" type="pres">
      <dgm:prSet presAssocID="{40CBC405-2B4C-4E96-985A-1892B85EA35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occer"/>
        </a:ext>
      </dgm:extLst>
    </dgm:pt>
    <dgm:pt modelId="{FD34A39E-BBED-490D-93CA-BFED3A496558}" type="pres">
      <dgm:prSet presAssocID="{40CBC405-2B4C-4E96-985A-1892B85EA35B}" presName="spaceRect" presStyleCnt="0"/>
      <dgm:spPr/>
    </dgm:pt>
    <dgm:pt modelId="{F344FC34-DA9A-430A-BA5A-71060975307D}" type="pres">
      <dgm:prSet presAssocID="{40CBC405-2B4C-4E96-985A-1892B85EA35B}" presName="parTx" presStyleLbl="revTx" presStyleIdx="0" presStyleCnt="3">
        <dgm:presLayoutVars>
          <dgm:chMax val="0"/>
          <dgm:chPref val="0"/>
        </dgm:presLayoutVars>
      </dgm:prSet>
      <dgm:spPr/>
    </dgm:pt>
    <dgm:pt modelId="{8E4F7F9C-F98E-4270-B425-5FCFDCDB11D2}" type="pres">
      <dgm:prSet presAssocID="{E1A5D334-B4F2-4745-B7B5-8ABF64F44865}" presName="sibTrans" presStyleCnt="0"/>
      <dgm:spPr/>
    </dgm:pt>
    <dgm:pt modelId="{8E314F08-165D-474F-99B2-C2DF4F1C28E5}" type="pres">
      <dgm:prSet presAssocID="{29706CBE-8A08-4B11-96DA-5F7220F46F49}" presName="compNode" presStyleCnt="0"/>
      <dgm:spPr/>
    </dgm:pt>
    <dgm:pt modelId="{2B303E7F-2751-4B45-A93D-F57AFA1C9A7B}" type="pres">
      <dgm:prSet presAssocID="{29706CBE-8A08-4B11-96DA-5F7220F46F49}" presName="bgRect" presStyleLbl="bgShp" presStyleIdx="1" presStyleCnt="3"/>
      <dgm:spPr/>
    </dgm:pt>
    <dgm:pt modelId="{1B595C3C-8A15-4A5F-92A0-541DE0C0C801}" type="pres">
      <dgm:prSet presAssocID="{29706CBE-8A08-4B11-96DA-5F7220F46F4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eckmark"/>
        </a:ext>
      </dgm:extLst>
    </dgm:pt>
    <dgm:pt modelId="{478D3B73-8F71-472A-95BD-296F317B0FF6}" type="pres">
      <dgm:prSet presAssocID="{29706CBE-8A08-4B11-96DA-5F7220F46F49}" presName="spaceRect" presStyleCnt="0"/>
      <dgm:spPr/>
    </dgm:pt>
    <dgm:pt modelId="{70B7F571-BEF5-467A-A10B-DC4DF4A7E36F}" type="pres">
      <dgm:prSet presAssocID="{29706CBE-8A08-4B11-96DA-5F7220F46F49}" presName="parTx" presStyleLbl="revTx" presStyleIdx="1" presStyleCnt="3">
        <dgm:presLayoutVars>
          <dgm:chMax val="0"/>
          <dgm:chPref val="0"/>
        </dgm:presLayoutVars>
      </dgm:prSet>
      <dgm:spPr/>
    </dgm:pt>
    <dgm:pt modelId="{8FF24B46-1F88-4E43-9774-18CDCE18F6E1}" type="pres">
      <dgm:prSet presAssocID="{FB1DC60A-4D0B-4682-BE15-21B67EFE5B15}" presName="sibTrans" presStyleCnt="0"/>
      <dgm:spPr/>
    </dgm:pt>
    <dgm:pt modelId="{BD51EEA8-DBBA-49C2-9628-5545367A7807}" type="pres">
      <dgm:prSet presAssocID="{3AB41C2B-9A73-47DF-94B9-C2CF859D9885}" presName="compNode" presStyleCnt="0"/>
      <dgm:spPr/>
    </dgm:pt>
    <dgm:pt modelId="{A0D91779-341B-4BCF-8D21-916F1A3ABDC7}" type="pres">
      <dgm:prSet presAssocID="{3AB41C2B-9A73-47DF-94B9-C2CF859D9885}" presName="bgRect" presStyleLbl="bgShp" presStyleIdx="2" presStyleCnt="3"/>
      <dgm:spPr/>
    </dgm:pt>
    <dgm:pt modelId="{21A06EC6-9237-4C79-9A45-5BCF7B07A4EE}" type="pres">
      <dgm:prSet presAssocID="{3AB41C2B-9A73-47DF-94B9-C2CF859D988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Ribbon"/>
        </a:ext>
      </dgm:extLst>
    </dgm:pt>
    <dgm:pt modelId="{FC4E3342-BBA1-47E5-81E8-E63FB5196748}" type="pres">
      <dgm:prSet presAssocID="{3AB41C2B-9A73-47DF-94B9-C2CF859D9885}" presName="spaceRect" presStyleCnt="0"/>
      <dgm:spPr/>
    </dgm:pt>
    <dgm:pt modelId="{F5611F16-9C2F-4116-B14F-F24612BC9CF1}" type="pres">
      <dgm:prSet presAssocID="{3AB41C2B-9A73-47DF-94B9-C2CF859D9885}" presName="parTx" presStyleLbl="revTx" presStyleIdx="2" presStyleCnt="3">
        <dgm:presLayoutVars>
          <dgm:chMax val="0"/>
          <dgm:chPref val="0"/>
        </dgm:presLayoutVars>
      </dgm:prSet>
      <dgm:spPr/>
    </dgm:pt>
  </dgm:ptLst>
  <dgm:cxnLst>
    <dgm:cxn modelId="{36E4470C-B2DB-4B43-A873-65E68F6130C9}" srcId="{102FD31F-2A3F-4D30-ADE8-F44ED72AB059}" destId="{40CBC405-2B4C-4E96-985A-1892B85EA35B}" srcOrd="0" destOrd="0" parTransId="{7D4780DB-1E26-4BCF-8023-003C1361126E}" sibTransId="{E1A5D334-B4F2-4745-B7B5-8ABF64F44865}"/>
    <dgm:cxn modelId="{E71F4327-A3A5-45BE-943A-09304395CB67}" type="presOf" srcId="{3AB41C2B-9A73-47DF-94B9-C2CF859D9885}" destId="{F5611F16-9C2F-4116-B14F-F24612BC9CF1}" srcOrd="0" destOrd="0" presId="urn:microsoft.com/office/officeart/2018/2/layout/IconVerticalSolidList"/>
    <dgm:cxn modelId="{9917C771-9CA6-4E2F-AE7C-B4880E534AF2}" srcId="{102FD31F-2A3F-4D30-ADE8-F44ED72AB059}" destId="{3AB41C2B-9A73-47DF-94B9-C2CF859D9885}" srcOrd="2" destOrd="0" parTransId="{EEB7E41B-A9E1-4372-A729-723967952810}" sibTransId="{C3B44478-576A-426F-A4CD-19D56F25C9C7}"/>
    <dgm:cxn modelId="{36009CA9-ED43-4FF7-BFD5-90F53269BEE1}" type="presOf" srcId="{29706CBE-8A08-4B11-96DA-5F7220F46F49}" destId="{70B7F571-BEF5-467A-A10B-DC4DF4A7E36F}" srcOrd="0" destOrd="0" presId="urn:microsoft.com/office/officeart/2018/2/layout/IconVerticalSolidList"/>
    <dgm:cxn modelId="{E6E1DCD1-E9E6-4D26-B9E7-2E1D64E6EF8C}" type="presOf" srcId="{102FD31F-2A3F-4D30-ADE8-F44ED72AB059}" destId="{68667496-27F9-44AC-8812-ECEE290DBAD4}" srcOrd="0" destOrd="0" presId="urn:microsoft.com/office/officeart/2018/2/layout/IconVerticalSolidList"/>
    <dgm:cxn modelId="{FD343CE1-A59F-4A14-836A-A489DCC83149}" type="presOf" srcId="{40CBC405-2B4C-4E96-985A-1892B85EA35B}" destId="{F344FC34-DA9A-430A-BA5A-71060975307D}" srcOrd="0" destOrd="0" presId="urn:microsoft.com/office/officeart/2018/2/layout/IconVerticalSolidList"/>
    <dgm:cxn modelId="{BBF815EF-B601-403B-9E15-4A29B29AF4C0}" srcId="{102FD31F-2A3F-4D30-ADE8-F44ED72AB059}" destId="{29706CBE-8A08-4B11-96DA-5F7220F46F49}" srcOrd="1" destOrd="0" parTransId="{659C2F71-E206-445E-96F4-4633182714C5}" sibTransId="{FB1DC60A-4D0B-4682-BE15-21B67EFE5B15}"/>
    <dgm:cxn modelId="{4A75F906-119E-4105-8936-755638591773}" type="presParOf" srcId="{68667496-27F9-44AC-8812-ECEE290DBAD4}" destId="{10B4F140-9BBC-4933-8A19-B028CF6AADA7}" srcOrd="0" destOrd="0" presId="urn:microsoft.com/office/officeart/2018/2/layout/IconVerticalSolidList"/>
    <dgm:cxn modelId="{48CA092F-4337-4E7F-B060-199115EC61ED}" type="presParOf" srcId="{10B4F140-9BBC-4933-8A19-B028CF6AADA7}" destId="{1F3BCE96-BA4F-450F-8172-A7791E79B323}" srcOrd="0" destOrd="0" presId="urn:microsoft.com/office/officeart/2018/2/layout/IconVerticalSolidList"/>
    <dgm:cxn modelId="{8F3DBA61-812A-4788-A732-E8CEB5366DEC}" type="presParOf" srcId="{10B4F140-9BBC-4933-8A19-B028CF6AADA7}" destId="{96AD58D2-954B-4009-AD89-97DA9083D829}" srcOrd="1" destOrd="0" presId="urn:microsoft.com/office/officeart/2018/2/layout/IconVerticalSolidList"/>
    <dgm:cxn modelId="{42AF78BE-0722-4390-B92A-084E2202EB24}" type="presParOf" srcId="{10B4F140-9BBC-4933-8A19-B028CF6AADA7}" destId="{FD34A39E-BBED-490D-93CA-BFED3A496558}" srcOrd="2" destOrd="0" presId="urn:microsoft.com/office/officeart/2018/2/layout/IconVerticalSolidList"/>
    <dgm:cxn modelId="{FA63D6F1-10E1-492D-8D68-936EA5F579F7}" type="presParOf" srcId="{10B4F140-9BBC-4933-8A19-B028CF6AADA7}" destId="{F344FC34-DA9A-430A-BA5A-71060975307D}" srcOrd="3" destOrd="0" presId="urn:microsoft.com/office/officeart/2018/2/layout/IconVerticalSolidList"/>
    <dgm:cxn modelId="{A4D3F2A9-96EE-4F16-B943-EB93E79BBF7F}" type="presParOf" srcId="{68667496-27F9-44AC-8812-ECEE290DBAD4}" destId="{8E4F7F9C-F98E-4270-B425-5FCFDCDB11D2}" srcOrd="1" destOrd="0" presId="urn:microsoft.com/office/officeart/2018/2/layout/IconVerticalSolidList"/>
    <dgm:cxn modelId="{A8BD9C3B-82BB-4AA2-AD7D-FE87C81BBA56}" type="presParOf" srcId="{68667496-27F9-44AC-8812-ECEE290DBAD4}" destId="{8E314F08-165D-474F-99B2-C2DF4F1C28E5}" srcOrd="2" destOrd="0" presId="urn:microsoft.com/office/officeart/2018/2/layout/IconVerticalSolidList"/>
    <dgm:cxn modelId="{06B4D5D1-F3EF-438C-ADF5-145EA303662B}" type="presParOf" srcId="{8E314F08-165D-474F-99B2-C2DF4F1C28E5}" destId="{2B303E7F-2751-4B45-A93D-F57AFA1C9A7B}" srcOrd="0" destOrd="0" presId="urn:microsoft.com/office/officeart/2018/2/layout/IconVerticalSolidList"/>
    <dgm:cxn modelId="{8225106C-27AB-479C-AC48-62E2A4B33DF2}" type="presParOf" srcId="{8E314F08-165D-474F-99B2-C2DF4F1C28E5}" destId="{1B595C3C-8A15-4A5F-92A0-541DE0C0C801}" srcOrd="1" destOrd="0" presId="urn:microsoft.com/office/officeart/2018/2/layout/IconVerticalSolidList"/>
    <dgm:cxn modelId="{C148C18F-5710-4F51-A075-1EA1DC127E0F}" type="presParOf" srcId="{8E314F08-165D-474F-99B2-C2DF4F1C28E5}" destId="{478D3B73-8F71-472A-95BD-296F317B0FF6}" srcOrd="2" destOrd="0" presId="urn:microsoft.com/office/officeart/2018/2/layout/IconVerticalSolidList"/>
    <dgm:cxn modelId="{8D486591-D0AF-414F-8919-933E3B1908B7}" type="presParOf" srcId="{8E314F08-165D-474F-99B2-C2DF4F1C28E5}" destId="{70B7F571-BEF5-467A-A10B-DC4DF4A7E36F}" srcOrd="3" destOrd="0" presId="urn:microsoft.com/office/officeart/2018/2/layout/IconVerticalSolidList"/>
    <dgm:cxn modelId="{D3449B7A-D722-4D56-A6F7-C1652EEAECC7}" type="presParOf" srcId="{68667496-27F9-44AC-8812-ECEE290DBAD4}" destId="{8FF24B46-1F88-4E43-9774-18CDCE18F6E1}" srcOrd="3" destOrd="0" presId="urn:microsoft.com/office/officeart/2018/2/layout/IconVerticalSolidList"/>
    <dgm:cxn modelId="{06E30EC2-3672-43C4-A212-D1B99A11CA1A}" type="presParOf" srcId="{68667496-27F9-44AC-8812-ECEE290DBAD4}" destId="{BD51EEA8-DBBA-49C2-9628-5545367A7807}" srcOrd="4" destOrd="0" presId="urn:microsoft.com/office/officeart/2018/2/layout/IconVerticalSolidList"/>
    <dgm:cxn modelId="{723EBFC2-4304-4479-BB13-DEFF2F033A7D}" type="presParOf" srcId="{BD51EEA8-DBBA-49C2-9628-5545367A7807}" destId="{A0D91779-341B-4BCF-8D21-916F1A3ABDC7}" srcOrd="0" destOrd="0" presId="urn:microsoft.com/office/officeart/2018/2/layout/IconVerticalSolidList"/>
    <dgm:cxn modelId="{C123F631-FA58-4D08-9404-8D60148538A6}" type="presParOf" srcId="{BD51EEA8-DBBA-49C2-9628-5545367A7807}" destId="{21A06EC6-9237-4C79-9A45-5BCF7B07A4EE}" srcOrd="1" destOrd="0" presId="urn:microsoft.com/office/officeart/2018/2/layout/IconVerticalSolidList"/>
    <dgm:cxn modelId="{24D8A92C-4720-4B89-99AC-CAF4AA3CE0E6}" type="presParOf" srcId="{BD51EEA8-DBBA-49C2-9628-5545367A7807}" destId="{FC4E3342-BBA1-47E5-81E8-E63FB5196748}" srcOrd="2" destOrd="0" presId="urn:microsoft.com/office/officeart/2018/2/layout/IconVerticalSolidList"/>
    <dgm:cxn modelId="{0736525F-EF26-436D-A642-6E2E9849BD1A}" type="presParOf" srcId="{BD51EEA8-DBBA-49C2-9628-5545367A7807}" destId="{F5611F16-9C2F-4116-B14F-F24612BC9CF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9370FD-F06E-4134-8FC5-459FAA5F0DB0}">
      <dsp:nvSpPr>
        <dsp:cNvPr id="0" name=""/>
        <dsp:cNvSpPr/>
      </dsp:nvSpPr>
      <dsp:spPr>
        <a:xfrm>
          <a:off x="827085" y="211"/>
          <a:ext cx="965039" cy="965039"/>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8232C2E-0564-404B-8C72-44965D8C87BD}">
      <dsp:nvSpPr>
        <dsp:cNvPr id="0" name=""/>
        <dsp:cNvSpPr/>
      </dsp:nvSpPr>
      <dsp:spPr>
        <a:xfrm>
          <a:off x="1032749" y="205875"/>
          <a:ext cx="553710" cy="55371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6FC81B3-00B6-40C2-8A10-DE90EC8DC320}">
      <dsp:nvSpPr>
        <dsp:cNvPr id="0" name=""/>
        <dsp:cNvSpPr/>
      </dsp:nvSpPr>
      <dsp:spPr>
        <a:xfrm>
          <a:off x="518589" y="1265836"/>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Target Audience</a:t>
          </a:r>
        </a:p>
      </dsp:txBody>
      <dsp:txXfrm>
        <a:off x="518589" y="1265836"/>
        <a:ext cx="1582031" cy="632812"/>
      </dsp:txXfrm>
    </dsp:sp>
    <dsp:sp modelId="{40F62823-AA6D-4263-AA59-ACE68C942F40}">
      <dsp:nvSpPr>
        <dsp:cNvPr id="0" name=""/>
        <dsp:cNvSpPr/>
      </dsp:nvSpPr>
      <dsp:spPr>
        <a:xfrm>
          <a:off x="2685972" y="211"/>
          <a:ext cx="965039" cy="965039"/>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B655A34-A499-419E-A5D3-FB07F313FF53}">
      <dsp:nvSpPr>
        <dsp:cNvPr id="0" name=""/>
        <dsp:cNvSpPr/>
      </dsp:nvSpPr>
      <dsp:spPr>
        <a:xfrm>
          <a:off x="2891636" y="205875"/>
          <a:ext cx="553710" cy="55371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6055CB5-A644-4906-BF5F-6530766578A9}">
      <dsp:nvSpPr>
        <dsp:cNvPr id="0" name=""/>
        <dsp:cNvSpPr/>
      </dsp:nvSpPr>
      <dsp:spPr>
        <a:xfrm>
          <a:off x="2377476" y="1265836"/>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Educational scope</a:t>
          </a:r>
        </a:p>
      </dsp:txBody>
      <dsp:txXfrm>
        <a:off x="2377476" y="1265836"/>
        <a:ext cx="1582031" cy="632812"/>
      </dsp:txXfrm>
    </dsp:sp>
    <dsp:sp modelId="{C951DD91-260F-4746-B5F6-8B1307199879}">
      <dsp:nvSpPr>
        <dsp:cNvPr id="0" name=""/>
        <dsp:cNvSpPr/>
      </dsp:nvSpPr>
      <dsp:spPr>
        <a:xfrm>
          <a:off x="4544859" y="211"/>
          <a:ext cx="965039" cy="965039"/>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A5BCCC-94E3-45D0-88B9-D262D432F8FC}">
      <dsp:nvSpPr>
        <dsp:cNvPr id="0" name=""/>
        <dsp:cNvSpPr/>
      </dsp:nvSpPr>
      <dsp:spPr>
        <a:xfrm>
          <a:off x="4750523" y="205875"/>
          <a:ext cx="553710" cy="55371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819B288-079F-4354-8392-6F5C8D11F88D}">
      <dsp:nvSpPr>
        <dsp:cNvPr id="0" name=""/>
        <dsp:cNvSpPr/>
      </dsp:nvSpPr>
      <dsp:spPr>
        <a:xfrm>
          <a:off x="4236363" y="1265836"/>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Gameplay </a:t>
          </a:r>
        </a:p>
      </dsp:txBody>
      <dsp:txXfrm>
        <a:off x="4236363" y="1265836"/>
        <a:ext cx="1582031" cy="632812"/>
      </dsp:txXfrm>
    </dsp:sp>
    <dsp:sp modelId="{2A3E44BA-BA9A-4444-BA14-A50D1BFFACF4}">
      <dsp:nvSpPr>
        <dsp:cNvPr id="0" name=""/>
        <dsp:cNvSpPr/>
      </dsp:nvSpPr>
      <dsp:spPr>
        <a:xfrm>
          <a:off x="6403746" y="211"/>
          <a:ext cx="965039" cy="965039"/>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C540A4-966E-45F2-AD58-EAA3FFF7A410}">
      <dsp:nvSpPr>
        <dsp:cNvPr id="0" name=""/>
        <dsp:cNvSpPr/>
      </dsp:nvSpPr>
      <dsp:spPr>
        <a:xfrm>
          <a:off x="6609410" y="205875"/>
          <a:ext cx="553710" cy="55371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55D96BB-CDD9-40DF-92C4-FB6868C73C2F}">
      <dsp:nvSpPr>
        <dsp:cNvPr id="0" name=""/>
        <dsp:cNvSpPr/>
      </dsp:nvSpPr>
      <dsp:spPr>
        <a:xfrm>
          <a:off x="6095249" y="1265836"/>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Complexity and depth</a:t>
          </a:r>
        </a:p>
      </dsp:txBody>
      <dsp:txXfrm>
        <a:off x="6095249" y="1265836"/>
        <a:ext cx="1582031" cy="632812"/>
      </dsp:txXfrm>
    </dsp:sp>
    <dsp:sp modelId="{E58F4B0C-F34A-4BA4-846B-21079FA2E130}">
      <dsp:nvSpPr>
        <dsp:cNvPr id="0" name=""/>
        <dsp:cNvSpPr/>
      </dsp:nvSpPr>
      <dsp:spPr>
        <a:xfrm>
          <a:off x="3615415" y="2294156"/>
          <a:ext cx="965039" cy="965039"/>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0B115F-7304-448A-B622-04FB7FC8D96B}">
      <dsp:nvSpPr>
        <dsp:cNvPr id="0" name=""/>
        <dsp:cNvSpPr/>
      </dsp:nvSpPr>
      <dsp:spPr>
        <a:xfrm>
          <a:off x="3821080" y="2499820"/>
          <a:ext cx="553710" cy="55371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4335D3B-7FBC-40B1-91E1-7A52F2EE2DF3}">
      <dsp:nvSpPr>
        <dsp:cNvPr id="0" name=""/>
        <dsp:cNvSpPr/>
      </dsp:nvSpPr>
      <dsp:spPr>
        <a:xfrm>
          <a:off x="3306919" y="3559781"/>
          <a:ext cx="1582031" cy="632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Learning outcomes</a:t>
          </a:r>
        </a:p>
      </dsp:txBody>
      <dsp:txXfrm>
        <a:off x="3306919" y="3559781"/>
        <a:ext cx="1582031" cy="6328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D13DF3-AEF6-43AC-A769-6D52D9818F1E}">
      <dsp:nvSpPr>
        <dsp:cNvPr id="0" name=""/>
        <dsp:cNvSpPr/>
      </dsp:nvSpPr>
      <dsp:spPr>
        <a:xfrm>
          <a:off x="0" y="6782"/>
          <a:ext cx="8195871" cy="98865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0" i="0" kern="1200"/>
            <a:t>A single-player 2D puzzle game built in Unity.</a:t>
          </a:r>
          <a:endParaRPr lang="en-US" sz="2600" kern="1200"/>
        </a:p>
      </dsp:txBody>
      <dsp:txXfrm>
        <a:off x="48262" y="55044"/>
        <a:ext cx="8099347" cy="892126"/>
      </dsp:txXfrm>
    </dsp:sp>
    <dsp:sp modelId="{5922FBAC-35BF-4C09-A9D4-45A58AE77E6D}">
      <dsp:nvSpPr>
        <dsp:cNvPr id="0" name=""/>
        <dsp:cNvSpPr/>
      </dsp:nvSpPr>
      <dsp:spPr>
        <a:xfrm>
          <a:off x="0" y="1070312"/>
          <a:ext cx="8195871" cy="988650"/>
        </a:xfrm>
        <a:prstGeom prst="roundRect">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0" i="0" kern="1200"/>
            <a:t>Players solve cryptographic challenges by decrypting messages using discovered tools.</a:t>
          </a:r>
          <a:endParaRPr lang="en-US" sz="2600" kern="1200"/>
        </a:p>
      </dsp:txBody>
      <dsp:txXfrm>
        <a:off x="48262" y="1118574"/>
        <a:ext cx="8099347" cy="892126"/>
      </dsp:txXfrm>
    </dsp:sp>
    <dsp:sp modelId="{4D65D357-88D2-4F64-8183-72DCCC822EE8}">
      <dsp:nvSpPr>
        <dsp:cNvPr id="0" name=""/>
        <dsp:cNvSpPr/>
      </dsp:nvSpPr>
      <dsp:spPr>
        <a:xfrm>
          <a:off x="0" y="2133842"/>
          <a:ext cx="8195871" cy="988650"/>
        </a:xfrm>
        <a:prstGeom prst="round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0" i="0" kern="1200"/>
            <a:t>Each room represents a new level with increasing difficulty.</a:t>
          </a:r>
          <a:endParaRPr lang="en-US" sz="2600" kern="1200"/>
        </a:p>
      </dsp:txBody>
      <dsp:txXfrm>
        <a:off x="48262" y="2182104"/>
        <a:ext cx="8099347" cy="892126"/>
      </dsp:txXfrm>
    </dsp:sp>
    <dsp:sp modelId="{083B29B3-B6F4-48FA-B933-17A2FF9BDCDE}">
      <dsp:nvSpPr>
        <dsp:cNvPr id="0" name=""/>
        <dsp:cNvSpPr/>
      </dsp:nvSpPr>
      <dsp:spPr>
        <a:xfrm>
          <a:off x="0" y="3197372"/>
          <a:ext cx="8195871" cy="98865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0" i="0" kern="1200"/>
            <a:t>Players store and manage encrypted texts in an interactive inventory.</a:t>
          </a:r>
          <a:endParaRPr lang="en-US" sz="2600" kern="1200"/>
        </a:p>
      </dsp:txBody>
      <dsp:txXfrm>
        <a:off x="48262" y="3245634"/>
        <a:ext cx="8099347" cy="89212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4CE954-72C4-46F6-A01E-CF7EFBA97CEC}">
      <dsp:nvSpPr>
        <dsp:cNvPr id="0" name=""/>
        <dsp:cNvSpPr/>
      </dsp:nvSpPr>
      <dsp:spPr>
        <a:xfrm>
          <a:off x="616935" y="1100"/>
          <a:ext cx="921683" cy="921683"/>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6948F7-405D-4182-8954-FEB1DC02FD34}">
      <dsp:nvSpPr>
        <dsp:cNvPr id="0" name=""/>
        <dsp:cNvSpPr/>
      </dsp:nvSpPr>
      <dsp:spPr>
        <a:xfrm>
          <a:off x="810488" y="194654"/>
          <a:ext cx="534576" cy="53457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6C005E5-E0C4-4CEE-AEE5-3CF029098B5D}">
      <dsp:nvSpPr>
        <dsp:cNvPr id="0" name=""/>
        <dsp:cNvSpPr/>
      </dsp:nvSpPr>
      <dsp:spPr>
        <a:xfrm>
          <a:off x="1736122" y="1100"/>
          <a:ext cx="2172539" cy="9216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90000"/>
            </a:lnSpc>
            <a:spcBef>
              <a:spcPct val="0"/>
            </a:spcBef>
            <a:spcAft>
              <a:spcPct val="35000"/>
            </a:spcAft>
            <a:buNone/>
          </a:pPr>
          <a:r>
            <a:rPr lang="en-US" sz="1700" b="0" i="0" kern="1200"/>
            <a:t>Built in Unity using C# scripting.</a:t>
          </a:r>
          <a:endParaRPr lang="en-US" sz="1700" kern="1200"/>
        </a:p>
      </dsp:txBody>
      <dsp:txXfrm>
        <a:off x="1736122" y="1100"/>
        <a:ext cx="2172539" cy="921683"/>
      </dsp:txXfrm>
    </dsp:sp>
    <dsp:sp modelId="{A315B298-B4F5-4A58-A583-2E3A1C05BBE7}">
      <dsp:nvSpPr>
        <dsp:cNvPr id="0" name=""/>
        <dsp:cNvSpPr/>
      </dsp:nvSpPr>
      <dsp:spPr>
        <a:xfrm>
          <a:off x="4287209" y="1100"/>
          <a:ext cx="921683" cy="921683"/>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962F12-8C38-48BD-B7B9-4519983D6A75}">
      <dsp:nvSpPr>
        <dsp:cNvPr id="0" name=""/>
        <dsp:cNvSpPr/>
      </dsp:nvSpPr>
      <dsp:spPr>
        <a:xfrm>
          <a:off x="4480763" y="194654"/>
          <a:ext cx="534576" cy="534576"/>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BEBE39E-5C0C-42DC-B3B4-31835FB0F93A}">
      <dsp:nvSpPr>
        <dsp:cNvPr id="0" name=""/>
        <dsp:cNvSpPr/>
      </dsp:nvSpPr>
      <dsp:spPr>
        <a:xfrm>
          <a:off x="5406396" y="1100"/>
          <a:ext cx="2172539" cy="9216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90000"/>
            </a:lnSpc>
            <a:spcBef>
              <a:spcPct val="0"/>
            </a:spcBef>
            <a:spcAft>
              <a:spcPct val="35000"/>
            </a:spcAft>
            <a:buNone/>
          </a:pPr>
          <a:r>
            <a:rPr lang="en-US" sz="1700" b="0" i="0" kern="1200"/>
            <a:t>Single Player &amp; Offline-game</a:t>
          </a:r>
          <a:endParaRPr lang="en-US" sz="1700" kern="1200"/>
        </a:p>
      </dsp:txBody>
      <dsp:txXfrm>
        <a:off x="5406396" y="1100"/>
        <a:ext cx="2172539" cy="921683"/>
      </dsp:txXfrm>
    </dsp:sp>
    <dsp:sp modelId="{53F9EEFF-8C6D-4542-97F9-10AA4C483E8D}">
      <dsp:nvSpPr>
        <dsp:cNvPr id="0" name=""/>
        <dsp:cNvSpPr/>
      </dsp:nvSpPr>
      <dsp:spPr>
        <a:xfrm>
          <a:off x="616935" y="1635560"/>
          <a:ext cx="921683" cy="921683"/>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D6B485-5DFF-4C50-8480-795816462C89}">
      <dsp:nvSpPr>
        <dsp:cNvPr id="0" name=""/>
        <dsp:cNvSpPr/>
      </dsp:nvSpPr>
      <dsp:spPr>
        <a:xfrm>
          <a:off x="810488" y="1829114"/>
          <a:ext cx="534576" cy="534576"/>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78CE17F-AA24-4D03-8044-0379179DC9B3}">
      <dsp:nvSpPr>
        <dsp:cNvPr id="0" name=""/>
        <dsp:cNvSpPr/>
      </dsp:nvSpPr>
      <dsp:spPr>
        <a:xfrm>
          <a:off x="1736122" y="1635560"/>
          <a:ext cx="2172539" cy="9216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90000"/>
            </a:lnSpc>
            <a:spcBef>
              <a:spcPct val="0"/>
            </a:spcBef>
            <a:spcAft>
              <a:spcPct val="35000"/>
            </a:spcAft>
            <a:buNone/>
          </a:pPr>
          <a:r>
            <a:rPr lang="en-US" sz="1700" kern="1200"/>
            <a:t>Visual Learning &amp; Hands on Approach</a:t>
          </a:r>
        </a:p>
      </dsp:txBody>
      <dsp:txXfrm>
        <a:off x="1736122" y="1635560"/>
        <a:ext cx="2172539" cy="921683"/>
      </dsp:txXfrm>
    </dsp:sp>
    <dsp:sp modelId="{02F40DD8-451C-438E-B9ED-F7F3C7E8BCCE}">
      <dsp:nvSpPr>
        <dsp:cNvPr id="0" name=""/>
        <dsp:cNvSpPr/>
      </dsp:nvSpPr>
      <dsp:spPr>
        <a:xfrm>
          <a:off x="4287209" y="1635560"/>
          <a:ext cx="921683" cy="921683"/>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D65D92-80A5-4305-AF35-200E08A84C03}">
      <dsp:nvSpPr>
        <dsp:cNvPr id="0" name=""/>
        <dsp:cNvSpPr/>
      </dsp:nvSpPr>
      <dsp:spPr>
        <a:xfrm>
          <a:off x="4480763" y="1829114"/>
          <a:ext cx="534576" cy="53457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1ABF5EE-ED48-4DDD-9444-CF148ECCE104}">
      <dsp:nvSpPr>
        <dsp:cNvPr id="0" name=""/>
        <dsp:cNvSpPr/>
      </dsp:nvSpPr>
      <dsp:spPr>
        <a:xfrm>
          <a:off x="5406396" y="1635560"/>
          <a:ext cx="2172539" cy="9216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90000"/>
            </a:lnSpc>
            <a:spcBef>
              <a:spcPct val="0"/>
            </a:spcBef>
            <a:spcAft>
              <a:spcPct val="35000"/>
            </a:spcAft>
            <a:buNone/>
          </a:pPr>
          <a:r>
            <a:rPr lang="en-US" sz="1700" b="0" i="0" kern="1200"/>
            <a:t>Puzzle &amp; Mind challenges  </a:t>
          </a:r>
          <a:endParaRPr lang="en-US" sz="1700" kern="1200"/>
        </a:p>
      </dsp:txBody>
      <dsp:txXfrm>
        <a:off x="5406396" y="1635560"/>
        <a:ext cx="2172539" cy="921683"/>
      </dsp:txXfrm>
    </dsp:sp>
    <dsp:sp modelId="{08AEB059-270C-4C0B-AA9D-FAB7A16EE9AC}">
      <dsp:nvSpPr>
        <dsp:cNvPr id="0" name=""/>
        <dsp:cNvSpPr/>
      </dsp:nvSpPr>
      <dsp:spPr>
        <a:xfrm>
          <a:off x="616935" y="3270020"/>
          <a:ext cx="921683" cy="921683"/>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1F07C3-A5EA-4C54-B981-4639389EE402}">
      <dsp:nvSpPr>
        <dsp:cNvPr id="0" name=""/>
        <dsp:cNvSpPr/>
      </dsp:nvSpPr>
      <dsp:spPr>
        <a:xfrm>
          <a:off x="810488" y="3463574"/>
          <a:ext cx="534576" cy="534576"/>
        </a:xfrm>
        <a:prstGeom prst="rect">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F5706EA-C92A-4488-ACDB-30663B354400}">
      <dsp:nvSpPr>
        <dsp:cNvPr id="0" name=""/>
        <dsp:cNvSpPr/>
      </dsp:nvSpPr>
      <dsp:spPr>
        <a:xfrm>
          <a:off x="1736122" y="3270020"/>
          <a:ext cx="2172539" cy="9216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90000"/>
            </a:lnSpc>
            <a:spcBef>
              <a:spcPct val="0"/>
            </a:spcBef>
            <a:spcAft>
              <a:spcPct val="35000"/>
            </a:spcAft>
            <a:buNone/>
          </a:pPr>
          <a:r>
            <a:rPr lang="en-US" sz="1700" kern="1200"/>
            <a:t>Dynamic User Interaction</a:t>
          </a:r>
        </a:p>
      </dsp:txBody>
      <dsp:txXfrm>
        <a:off x="1736122" y="3270020"/>
        <a:ext cx="2172539" cy="921683"/>
      </dsp:txXfrm>
    </dsp:sp>
    <dsp:sp modelId="{02283564-0D57-462E-BCE3-267F3E94BCE1}">
      <dsp:nvSpPr>
        <dsp:cNvPr id="0" name=""/>
        <dsp:cNvSpPr/>
      </dsp:nvSpPr>
      <dsp:spPr>
        <a:xfrm>
          <a:off x="4287209" y="3270020"/>
          <a:ext cx="921683" cy="921683"/>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008F20-CFB1-4164-BD20-B9515267BC75}">
      <dsp:nvSpPr>
        <dsp:cNvPr id="0" name=""/>
        <dsp:cNvSpPr/>
      </dsp:nvSpPr>
      <dsp:spPr>
        <a:xfrm>
          <a:off x="4480763" y="3463574"/>
          <a:ext cx="534576" cy="534576"/>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E3CD5B8-9DD8-40D1-9A6E-F4B20CF056A0}">
      <dsp:nvSpPr>
        <dsp:cNvPr id="0" name=""/>
        <dsp:cNvSpPr/>
      </dsp:nvSpPr>
      <dsp:spPr>
        <a:xfrm>
          <a:off x="5406396" y="3270020"/>
          <a:ext cx="2172539" cy="9216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90000"/>
            </a:lnSpc>
            <a:spcBef>
              <a:spcPct val="0"/>
            </a:spcBef>
            <a:spcAft>
              <a:spcPct val="35000"/>
            </a:spcAft>
            <a:buNone/>
          </a:pPr>
          <a:r>
            <a:rPr lang="en-US" sz="1700" b="0" i="0" kern="1200"/>
            <a:t>Uses local file-based storage (JSON/Game Cache).</a:t>
          </a:r>
          <a:endParaRPr lang="en-US" sz="1700" kern="1200"/>
        </a:p>
      </dsp:txBody>
      <dsp:txXfrm>
        <a:off x="5406396" y="3270020"/>
        <a:ext cx="2172539" cy="92168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575BC5-BBA3-4B80-BFBC-AC6821C67A57}">
      <dsp:nvSpPr>
        <dsp:cNvPr id="0" name=""/>
        <dsp:cNvSpPr/>
      </dsp:nvSpPr>
      <dsp:spPr>
        <a:xfrm>
          <a:off x="1009209" y="796109"/>
          <a:ext cx="1625062" cy="16250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D3B6E85-5ECB-45EC-8535-6CFAA3A25482}">
      <dsp:nvSpPr>
        <dsp:cNvPr id="0" name=""/>
        <dsp:cNvSpPr/>
      </dsp:nvSpPr>
      <dsp:spPr>
        <a:xfrm>
          <a:off x="16115" y="2835228"/>
          <a:ext cx="361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2178050">
            <a:lnSpc>
              <a:spcPct val="100000"/>
            </a:lnSpc>
            <a:spcBef>
              <a:spcPct val="0"/>
            </a:spcBef>
            <a:spcAft>
              <a:spcPct val="35000"/>
            </a:spcAft>
            <a:buNone/>
          </a:pPr>
          <a:r>
            <a:rPr lang="en-US" sz="4900" b="1" kern="1200"/>
            <a:t>Verification</a:t>
          </a:r>
          <a:endParaRPr lang="en-US" sz="4900" kern="1200"/>
        </a:p>
      </dsp:txBody>
      <dsp:txXfrm>
        <a:off x="16115" y="2835228"/>
        <a:ext cx="3611250" cy="720000"/>
      </dsp:txXfrm>
    </dsp:sp>
    <dsp:sp modelId="{ACD51D4D-1083-447D-A919-B9AADF75E077}">
      <dsp:nvSpPr>
        <dsp:cNvPr id="0" name=""/>
        <dsp:cNvSpPr/>
      </dsp:nvSpPr>
      <dsp:spPr>
        <a:xfrm>
          <a:off x="5252428" y="796109"/>
          <a:ext cx="1625062" cy="16250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B40ADFE-6758-484C-92C8-9CA4328FF6C3}">
      <dsp:nvSpPr>
        <dsp:cNvPr id="0" name=""/>
        <dsp:cNvSpPr/>
      </dsp:nvSpPr>
      <dsp:spPr>
        <a:xfrm>
          <a:off x="4259334" y="2835228"/>
          <a:ext cx="361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2178050">
            <a:lnSpc>
              <a:spcPct val="100000"/>
            </a:lnSpc>
            <a:spcBef>
              <a:spcPct val="0"/>
            </a:spcBef>
            <a:spcAft>
              <a:spcPct val="35000"/>
            </a:spcAft>
            <a:buNone/>
          </a:pPr>
          <a:r>
            <a:rPr lang="en-US" sz="4900" b="1" kern="1200"/>
            <a:t>Evaluation</a:t>
          </a:r>
          <a:endParaRPr lang="en-US" sz="4900" kern="1200"/>
        </a:p>
      </dsp:txBody>
      <dsp:txXfrm>
        <a:off x="4259334" y="2835228"/>
        <a:ext cx="3611250" cy="720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35673E-99EB-4BD2-B61F-541994B46959}">
      <dsp:nvSpPr>
        <dsp:cNvPr id="0" name=""/>
        <dsp:cNvSpPr/>
      </dsp:nvSpPr>
      <dsp:spPr>
        <a:xfrm>
          <a:off x="0" y="3536"/>
          <a:ext cx="4038600" cy="75317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D48967-10B5-4B6C-8E52-E6F0FF26CDE2}">
      <dsp:nvSpPr>
        <dsp:cNvPr id="0" name=""/>
        <dsp:cNvSpPr/>
      </dsp:nvSpPr>
      <dsp:spPr>
        <a:xfrm>
          <a:off x="227834" y="172999"/>
          <a:ext cx="414244" cy="41424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389D4EF-9EE1-4B32-88BC-A934C9661C73}">
      <dsp:nvSpPr>
        <dsp:cNvPr id="0" name=""/>
        <dsp:cNvSpPr/>
      </dsp:nvSpPr>
      <dsp:spPr>
        <a:xfrm>
          <a:off x="869912" y="3536"/>
          <a:ext cx="3168687" cy="7531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711" tIns="79711" rIns="79711" bIns="79711" numCol="1" spcCol="1270" anchor="ctr" anchorCtr="0">
          <a:noAutofit/>
        </a:bodyPr>
        <a:lstStyle/>
        <a:p>
          <a:pPr marL="0" lvl="0" indent="0" algn="l" defTabSz="844550">
            <a:lnSpc>
              <a:spcPct val="100000"/>
            </a:lnSpc>
            <a:spcBef>
              <a:spcPct val="0"/>
            </a:spcBef>
            <a:spcAft>
              <a:spcPct val="35000"/>
            </a:spcAft>
            <a:buNone/>
          </a:pPr>
          <a:r>
            <a:rPr lang="en-US" sz="1900" kern="1200"/>
            <a:t>Unit testing</a:t>
          </a:r>
        </a:p>
      </dsp:txBody>
      <dsp:txXfrm>
        <a:off x="869912" y="3536"/>
        <a:ext cx="3168687" cy="753171"/>
      </dsp:txXfrm>
    </dsp:sp>
    <dsp:sp modelId="{F59AC9F5-EE85-4474-BDA2-E2D935A4CEAE}">
      <dsp:nvSpPr>
        <dsp:cNvPr id="0" name=""/>
        <dsp:cNvSpPr/>
      </dsp:nvSpPr>
      <dsp:spPr>
        <a:xfrm>
          <a:off x="0" y="945000"/>
          <a:ext cx="4038600" cy="75317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F1A247-766C-42CD-A77E-A1730420CCBD}">
      <dsp:nvSpPr>
        <dsp:cNvPr id="0" name=""/>
        <dsp:cNvSpPr/>
      </dsp:nvSpPr>
      <dsp:spPr>
        <a:xfrm>
          <a:off x="227834" y="1114463"/>
          <a:ext cx="414244" cy="41424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B6E121E-279F-4048-8AD2-B99560A0176A}">
      <dsp:nvSpPr>
        <dsp:cNvPr id="0" name=""/>
        <dsp:cNvSpPr/>
      </dsp:nvSpPr>
      <dsp:spPr>
        <a:xfrm>
          <a:off x="869912" y="945000"/>
          <a:ext cx="3168687" cy="7531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711" tIns="79711" rIns="79711" bIns="79711" numCol="1" spcCol="1270" anchor="ctr" anchorCtr="0">
          <a:noAutofit/>
        </a:bodyPr>
        <a:lstStyle/>
        <a:p>
          <a:pPr marL="0" lvl="0" indent="0" algn="l" defTabSz="844550">
            <a:lnSpc>
              <a:spcPct val="100000"/>
            </a:lnSpc>
            <a:spcBef>
              <a:spcPct val="0"/>
            </a:spcBef>
            <a:spcAft>
              <a:spcPct val="35000"/>
            </a:spcAft>
            <a:buNone/>
          </a:pPr>
          <a:r>
            <a:rPr lang="en-US" sz="1900" kern="1200"/>
            <a:t>Integration testing</a:t>
          </a:r>
        </a:p>
      </dsp:txBody>
      <dsp:txXfrm>
        <a:off x="869912" y="945000"/>
        <a:ext cx="3168687" cy="753171"/>
      </dsp:txXfrm>
    </dsp:sp>
    <dsp:sp modelId="{51CFD1F6-F122-4CF7-8365-119E6347ABE7}">
      <dsp:nvSpPr>
        <dsp:cNvPr id="0" name=""/>
        <dsp:cNvSpPr/>
      </dsp:nvSpPr>
      <dsp:spPr>
        <a:xfrm>
          <a:off x="0" y="1886464"/>
          <a:ext cx="4038600" cy="75317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DED2E85-0DF1-461B-8C9B-404AD84F8565}">
      <dsp:nvSpPr>
        <dsp:cNvPr id="0" name=""/>
        <dsp:cNvSpPr/>
      </dsp:nvSpPr>
      <dsp:spPr>
        <a:xfrm>
          <a:off x="227834" y="2055927"/>
          <a:ext cx="414244" cy="41424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CA6F4D5-825A-4DD4-B7DD-7E52118D735C}">
      <dsp:nvSpPr>
        <dsp:cNvPr id="0" name=""/>
        <dsp:cNvSpPr/>
      </dsp:nvSpPr>
      <dsp:spPr>
        <a:xfrm>
          <a:off x="869912" y="1886464"/>
          <a:ext cx="3168687" cy="7531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711" tIns="79711" rIns="79711" bIns="79711" numCol="1" spcCol="1270" anchor="ctr" anchorCtr="0">
          <a:noAutofit/>
        </a:bodyPr>
        <a:lstStyle/>
        <a:p>
          <a:pPr marL="0" lvl="0" indent="0" algn="l" defTabSz="844550">
            <a:lnSpc>
              <a:spcPct val="100000"/>
            </a:lnSpc>
            <a:spcBef>
              <a:spcPct val="0"/>
            </a:spcBef>
            <a:spcAft>
              <a:spcPct val="35000"/>
            </a:spcAft>
            <a:buNone/>
          </a:pPr>
          <a:r>
            <a:rPr lang="en-US" sz="1900" kern="1200"/>
            <a:t>Regression testing</a:t>
          </a:r>
        </a:p>
      </dsp:txBody>
      <dsp:txXfrm>
        <a:off x="869912" y="1886464"/>
        <a:ext cx="3168687" cy="753171"/>
      </dsp:txXfrm>
    </dsp:sp>
    <dsp:sp modelId="{52361C47-98C6-4431-9F7F-272E03F77240}">
      <dsp:nvSpPr>
        <dsp:cNvPr id="0" name=""/>
        <dsp:cNvSpPr/>
      </dsp:nvSpPr>
      <dsp:spPr>
        <a:xfrm>
          <a:off x="0" y="2827928"/>
          <a:ext cx="4038600" cy="75317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CB7003-8F30-4895-8934-9C86ECBA7109}">
      <dsp:nvSpPr>
        <dsp:cNvPr id="0" name=""/>
        <dsp:cNvSpPr/>
      </dsp:nvSpPr>
      <dsp:spPr>
        <a:xfrm>
          <a:off x="227834" y="2997392"/>
          <a:ext cx="414244" cy="41424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7993541-019C-4B63-B698-9243A59A23C6}">
      <dsp:nvSpPr>
        <dsp:cNvPr id="0" name=""/>
        <dsp:cNvSpPr/>
      </dsp:nvSpPr>
      <dsp:spPr>
        <a:xfrm>
          <a:off x="869912" y="2827928"/>
          <a:ext cx="3168687" cy="7531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711" tIns="79711" rIns="79711" bIns="79711" numCol="1" spcCol="1270" anchor="ctr" anchorCtr="0">
          <a:noAutofit/>
        </a:bodyPr>
        <a:lstStyle/>
        <a:p>
          <a:pPr marL="0" lvl="0" indent="0" algn="l" defTabSz="844550">
            <a:lnSpc>
              <a:spcPct val="100000"/>
            </a:lnSpc>
            <a:spcBef>
              <a:spcPct val="0"/>
            </a:spcBef>
            <a:spcAft>
              <a:spcPct val="35000"/>
            </a:spcAft>
            <a:buNone/>
          </a:pPr>
          <a:r>
            <a:rPr lang="en-US" sz="1900" kern="1200"/>
            <a:t>Functional testing</a:t>
          </a:r>
        </a:p>
      </dsp:txBody>
      <dsp:txXfrm>
        <a:off x="869912" y="2827928"/>
        <a:ext cx="3168687" cy="753171"/>
      </dsp:txXfrm>
    </dsp:sp>
    <dsp:sp modelId="{1DE9A34A-F9B7-49BD-89E9-037A694C1B5A}">
      <dsp:nvSpPr>
        <dsp:cNvPr id="0" name=""/>
        <dsp:cNvSpPr/>
      </dsp:nvSpPr>
      <dsp:spPr>
        <a:xfrm>
          <a:off x="0" y="3769392"/>
          <a:ext cx="4038600" cy="75317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FF62DE5-1342-4F4C-AC29-6C5031A3F9A5}">
      <dsp:nvSpPr>
        <dsp:cNvPr id="0" name=""/>
        <dsp:cNvSpPr/>
      </dsp:nvSpPr>
      <dsp:spPr>
        <a:xfrm>
          <a:off x="227834" y="3938856"/>
          <a:ext cx="414244" cy="41424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508AE48-1EFC-4F73-AD24-3DCD48E837B5}">
      <dsp:nvSpPr>
        <dsp:cNvPr id="0" name=""/>
        <dsp:cNvSpPr/>
      </dsp:nvSpPr>
      <dsp:spPr>
        <a:xfrm>
          <a:off x="869912" y="3769392"/>
          <a:ext cx="3168687" cy="7531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711" tIns="79711" rIns="79711" bIns="79711" numCol="1" spcCol="1270" anchor="ctr" anchorCtr="0">
          <a:noAutofit/>
        </a:bodyPr>
        <a:lstStyle/>
        <a:p>
          <a:pPr marL="0" lvl="0" indent="0" algn="l" defTabSz="844550">
            <a:lnSpc>
              <a:spcPct val="100000"/>
            </a:lnSpc>
            <a:spcBef>
              <a:spcPct val="0"/>
            </a:spcBef>
            <a:spcAft>
              <a:spcPct val="35000"/>
            </a:spcAft>
            <a:buNone/>
          </a:pPr>
          <a:r>
            <a:rPr lang="en-US" sz="1900" kern="1200"/>
            <a:t>Performance testing</a:t>
          </a:r>
        </a:p>
      </dsp:txBody>
      <dsp:txXfrm>
        <a:off x="869912" y="3769392"/>
        <a:ext cx="3168687" cy="75317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3BCE96-BA4F-450F-8172-A7791E79B323}">
      <dsp:nvSpPr>
        <dsp:cNvPr id="0" name=""/>
        <dsp:cNvSpPr/>
      </dsp:nvSpPr>
      <dsp:spPr>
        <a:xfrm>
          <a:off x="0" y="441"/>
          <a:ext cx="3485179" cy="103207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AD58D2-954B-4009-AD89-97DA9083D829}">
      <dsp:nvSpPr>
        <dsp:cNvPr id="0" name=""/>
        <dsp:cNvSpPr/>
      </dsp:nvSpPr>
      <dsp:spPr>
        <a:xfrm>
          <a:off x="312203" y="232658"/>
          <a:ext cx="567641" cy="56764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344FC34-DA9A-430A-BA5A-71060975307D}">
      <dsp:nvSpPr>
        <dsp:cNvPr id="0" name=""/>
        <dsp:cNvSpPr/>
      </dsp:nvSpPr>
      <dsp:spPr>
        <a:xfrm>
          <a:off x="1192048" y="441"/>
          <a:ext cx="2293130" cy="10320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228" tIns="109228" rIns="109228" bIns="109228" numCol="1" spcCol="1270" anchor="ctr" anchorCtr="0">
          <a:noAutofit/>
        </a:bodyPr>
        <a:lstStyle/>
        <a:p>
          <a:pPr marL="0" lvl="0" indent="0" algn="l" defTabSz="1111250">
            <a:lnSpc>
              <a:spcPct val="100000"/>
            </a:lnSpc>
            <a:spcBef>
              <a:spcPct val="0"/>
            </a:spcBef>
            <a:spcAft>
              <a:spcPct val="35000"/>
            </a:spcAft>
            <a:buNone/>
          </a:pPr>
          <a:r>
            <a:rPr lang="en-US" sz="2500" b="0" i="0" kern="1200"/>
            <a:t>Playability</a:t>
          </a:r>
          <a:endParaRPr lang="en-US" sz="2500" kern="1200"/>
        </a:p>
      </dsp:txBody>
      <dsp:txXfrm>
        <a:off x="1192048" y="441"/>
        <a:ext cx="2293130" cy="1032076"/>
      </dsp:txXfrm>
    </dsp:sp>
    <dsp:sp modelId="{2B303E7F-2751-4B45-A93D-F57AFA1C9A7B}">
      <dsp:nvSpPr>
        <dsp:cNvPr id="0" name=""/>
        <dsp:cNvSpPr/>
      </dsp:nvSpPr>
      <dsp:spPr>
        <a:xfrm>
          <a:off x="0" y="1290536"/>
          <a:ext cx="3485179" cy="103207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595C3C-8A15-4A5F-92A0-541DE0C0C801}">
      <dsp:nvSpPr>
        <dsp:cNvPr id="0" name=""/>
        <dsp:cNvSpPr/>
      </dsp:nvSpPr>
      <dsp:spPr>
        <a:xfrm>
          <a:off x="312203" y="1522753"/>
          <a:ext cx="567641" cy="56764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0B7F571-BEF5-467A-A10B-DC4DF4A7E36F}">
      <dsp:nvSpPr>
        <dsp:cNvPr id="0" name=""/>
        <dsp:cNvSpPr/>
      </dsp:nvSpPr>
      <dsp:spPr>
        <a:xfrm>
          <a:off x="1192048" y="1290536"/>
          <a:ext cx="2293130" cy="10320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228" tIns="109228" rIns="109228" bIns="109228" numCol="1" spcCol="1270" anchor="ctr" anchorCtr="0">
          <a:noAutofit/>
        </a:bodyPr>
        <a:lstStyle/>
        <a:p>
          <a:pPr marL="0" lvl="0" indent="0" algn="l" defTabSz="1111250">
            <a:lnSpc>
              <a:spcPct val="100000"/>
            </a:lnSpc>
            <a:spcBef>
              <a:spcPct val="0"/>
            </a:spcBef>
            <a:spcAft>
              <a:spcPct val="35000"/>
            </a:spcAft>
            <a:buNone/>
          </a:pPr>
          <a:r>
            <a:rPr lang="en-US" sz="2500" b="0" i="0" kern="1200"/>
            <a:t>Usability</a:t>
          </a:r>
          <a:endParaRPr lang="en-US" sz="2500" kern="1200"/>
        </a:p>
      </dsp:txBody>
      <dsp:txXfrm>
        <a:off x="1192048" y="1290536"/>
        <a:ext cx="2293130" cy="1032076"/>
      </dsp:txXfrm>
    </dsp:sp>
    <dsp:sp modelId="{A0D91779-341B-4BCF-8D21-916F1A3ABDC7}">
      <dsp:nvSpPr>
        <dsp:cNvPr id="0" name=""/>
        <dsp:cNvSpPr/>
      </dsp:nvSpPr>
      <dsp:spPr>
        <a:xfrm>
          <a:off x="0" y="2580631"/>
          <a:ext cx="3485179" cy="103207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A06EC6-9237-4C79-9A45-5BCF7B07A4EE}">
      <dsp:nvSpPr>
        <dsp:cNvPr id="0" name=""/>
        <dsp:cNvSpPr/>
      </dsp:nvSpPr>
      <dsp:spPr>
        <a:xfrm>
          <a:off x="312203" y="2812848"/>
          <a:ext cx="567641" cy="56764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5611F16-9C2F-4116-B14F-F24612BC9CF1}">
      <dsp:nvSpPr>
        <dsp:cNvPr id="0" name=""/>
        <dsp:cNvSpPr/>
      </dsp:nvSpPr>
      <dsp:spPr>
        <a:xfrm>
          <a:off x="1192048" y="2580631"/>
          <a:ext cx="2293130" cy="10320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228" tIns="109228" rIns="109228" bIns="109228" numCol="1" spcCol="1270" anchor="ctr" anchorCtr="0">
          <a:noAutofit/>
        </a:bodyPr>
        <a:lstStyle/>
        <a:p>
          <a:pPr marL="0" lvl="0" indent="0" algn="l" defTabSz="1111250">
            <a:lnSpc>
              <a:spcPct val="100000"/>
            </a:lnSpc>
            <a:spcBef>
              <a:spcPct val="0"/>
            </a:spcBef>
            <a:spcAft>
              <a:spcPct val="35000"/>
            </a:spcAft>
            <a:buNone/>
          </a:pPr>
          <a:r>
            <a:rPr lang="en-US" sz="2500" b="0" i="0" kern="1200"/>
            <a:t>Quality</a:t>
          </a:r>
          <a:endParaRPr lang="en-US" sz="2500" kern="1200"/>
        </a:p>
      </dsp:txBody>
      <dsp:txXfrm>
        <a:off x="1192048" y="2580631"/>
        <a:ext cx="2293130" cy="1032076"/>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2b1853d445_1_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2b1853d445_1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360"/>
              </a:spcBef>
              <a:spcAft>
                <a:spcPts val="0"/>
              </a:spcAft>
              <a:buClr>
                <a:schemeClr val="dk1"/>
              </a:buClr>
              <a:buSzPts val="1100"/>
              <a:buFont typeface="Arial"/>
              <a:buNone/>
            </a:pPr>
            <a:r>
              <a:rPr lang="en-US" sz="2500">
                <a:solidFill>
                  <a:schemeClr val="dk1"/>
                </a:solidFill>
                <a:latin typeface="Calibri"/>
                <a:ea typeface="Calibri"/>
                <a:cs typeface="Calibri"/>
                <a:sym typeface="Calibri"/>
              </a:rPr>
              <a:t>we plan to use the stimulation of games and the visual use of cryptography tools to help student understand the basics of cryptography to ease the way for the more complex lessons in the future</a:t>
            </a:r>
            <a:endParaRPr sz="4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6041470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2b1853d445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32b1853d44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t>Cryptography is the science of </a:t>
            </a:r>
            <a:r>
              <a:rPr lang="en-US" b="1"/>
              <a:t>securing communication</a:t>
            </a:r>
            <a:r>
              <a:rPr lang="en-US"/>
              <a:t> by transforming information into an unreadable format to protect it from unauthorized access.</a:t>
            </a:r>
            <a:endParaRPr lang="en-US" sz="1100">
              <a:solidFill>
                <a:schemeClr val="tx1"/>
              </a:solidFill>
            </a:endParaRPr>
          </a:p>
          <a:p>
            <a:pPr marL="158750" indent="0">
              <a:buNone/>
            </a:pPr>
            <a:r>
              <a:rPr lang="en-US"/>
              <a:t>Used in </a:t>
            </a:r>
            <a:r>
              <a:rPr lang="en-US" b="1"/>
              <a:t>data security, online banking, encrypted messaging</a:t>
            </a:r>
            <a:r>
              <a:rPr lang="en-US"/>
              <a:t>, and cybersecurity.</a:t>
            </a:r>
            <a:endParaRPr lang="en-US" sz="1100">
              <a:solidFill>
                <a:schemeClr val="tx1"/>
              </a:solidFill>
            </a:endParaRPr>
          </a:p>
          <a:p>
            <a:endParaRPr lang="en-US" sz="1100">
              <a:solidFill>
                <a:schemeClr val="tx1"/>
              </a:solidFill>
            </a:endParaRPr>
          </a:p>
          <a:p>
            <a:r>
              <a:rPr lang="en-US" sz="1100">
                <a:solidFill>
                  <a:schemeClr val="tx1"/>
                </a:solidFill>
              </a:rPr>
              <a:t>Encryption &amp; Decryption: Converts data into ciphertext and back to plaintext.</a:t>
            </a:r>
          </a:p>
          <a:p>
            <a:r>
              <a:rPr lang="en-US" sz="1100">
                <a:solidFill>
                  <a:schemeClr val="tx1"/>
                </a:solidFill>
              </a:rPr>
              <a:t>Used in Security: Protects passwords, banking, and messaging.</a:t>
            </a:r>
          </a:p>
          <a:p>
            <a:r>
              <a:rPr lang="en-US" sz="1100">
                <a:solidFill>
                  <a:schemeClr val="tx1"/>
                </a:solidFill>
              </a:rPr>
              <a:t>Real-World Examples: WhatsApp encryption, online transactions, and password protection.</a:t>
            </a:r>
            <a:endParaRPr lang="en-IL" sz="1100">
              <a:solidFill>
                <a:schemeClr val="tx1"/>
              </a:solidFill>
            </a:endParaRPr>
          </a:p>
          <a:p>
            <a:pPr marL="158750" indent="0">
              <a:buNone/>
            </a:pPr>
            <a:endParaRPr lang="en-IL"/>
          </a:p>
        </p:txBody>
      </p:sp>
    </p:spTree>
    <p:extLst>
      <p:ext uri="{BB962C8B-B14F-4D97-AF65-F5344CB8AC3E}">
        <p14:creationId xmlns:p14="http://schemas.microsoft.com/office/powerpoint/2010/main" val="12120711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marL="158750" indent="0">
              <a:buNone/>
            </a:pPr>
            <a:r>
              <a:rPr lang="en-US"/>
              <a:t>Cipher tools are </a:t>
            </a:r>
            <a:r>
              <a:rPr lang="en-US" b="1"/>
              <a:t>methods or algorithms</a:t>
            </a:r>
            <a:r>
              <a:rPr lang="en-US"/>
              <a:t> used to encrypt and decrypt </a:t>
            </a:r>
            <a:r>
              <a:rPr lang="en-US" err="1"/>
              <a:t>messages.They</a:t>
            </a:r>
            <a:r>
              <a:rPr lang="en-US"/>
              <a:t> follow mathematical rules to </a:t>
            </a:r>
            <a:r>
              <a:rPr lang="en-US" b="1"/>
              <a:t>transform plaintext into ciphertext and vice versa</a:t>
            </a:r>
            <a:r>
              <a:rPr lang="en-US"/>
              <a:t>.</a:t>
            </a:r>
          </a:p>
          <a:p>
            <a:pPr marL="158750" indent="0">
              <a:buNone/>
            </a:pPr>
            <a:endParaRPr lang="en-US"/>
          </a:p>
          <a:p>
            <a:r>
              <a:rPr lang="en-US" b="1"/>
              <a:t>Caesar Cipher:</a:t>
            </a:r>
            <a:r>
              <a:rPr lang="en-US"/>
              <a:t> A simple shift cipher where letters are replaced by others a fixed number of positions away.</a:t>
            </a:r>
          </a:p>
          <a:p>
            <a:r>
              <a:rPr lang="en-US" b="1"/>
              <a:t>Rail Fence Cipher:</a:t>
            </a:r>
            <a:r>
              <a:rPr lang="en-US"/>
              <a:t> A transposition cipher that arranges text in a zigzag pattern and reads it in a different order.</a:t>
            </a:r>
          </a:p>
          <a:p>
            <a:r>
              <a:rPr lang="en-US" b="1"/>
              <a:t>Vigenère Cipher:</a:t>
            </a:r>
            <a:r>
              <a:rPr lang="en-US"/>
              <a:t> A polyalphabetic substitution cipher that uses a keyword to shift letters differently for each position.</a:t>
            </a:r>
            <a:endParaRPr lang="en-IL"/>
          </a:p>
        </p:txBody>
      </p:sp>
    </p:spTree>
    <p:extLst>
      <p:ext uri="{BB962C8B-B14F-4D97-AF65-F5344CB8AC3E}">
        <p14:creationId xmlns:p14="http://schemas.microsoft.com/office/powerpoint/2010/main" val="18817227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marL="158750" indent="0">
              <a:buNone/>
            </a:pPr>
            <a:r>
              <a:rPr lang="en-US" b="1"/>
              <a:t>2D Game Development:</a:t>
            </a:r>
            <a:endParaRPr lang="en-US"/>
          </a:p>
          <a:p>
            <a:pPr>
              <a:buFont typeface="Arial" panose="020B0604020202020204" pitchFamily="34" charset="0"/>
              <a:buChar char="•"/>
            </a:pPr>
            <a:r>
              <a:rPr lang="en-US"/>
              <a:t>Unity provides built-in </a:t>
            </a:r>
            <a:r>
              <a:rPr lang="en-US" b="1"/>
              <a:t>2D physics and tile-based rendering</a:t>
            </a:r>
            <a:r>
              <a:rPr lang="en-US"/>
              <a:t>, making it ideal for creating a structured game world.</a:t>
            </a:r>
          </a:p>
          <a:p>
            <a:pPr>
              <a:buFont typeface="Arial" panose="020B0604020202020204" pitchFamily="34" charset="0"/>
              <a:buChar char="•"/>
            </a:pPr>
            <a:r>
              <a:rPr lang="en-US"/>
              <a:t>We used </a:t>
            </a:r>
            <a:r>
              <a:rPr lang="en-US" b="1"/>
              <a:t>sprite-based assets</a:t>
            </a:r>
            <a:r>
              <a:rPr lang="en-US"/>
              <a:t> to design interactive elements like bookshelves, puzzles, and glowing objects.</a:t>
            </a:r>
          </a:p>
          <a:p>
            <a:pPr marL="158750" indent="0">
              <a:buFont typeface="Arial" panose="020B0604020202020204" pitchFamily="34" charset="0"/>
              <a:buNone/>
            </a:pPr>
            <a:endParaRPr lang="en-US"/>
          </a:p>
          <a:p>
            <a:pPr marL="158750" indent="0">
              <a:buNone/>
            </a:pPr>
            <a:r>
              <a:rPr lang="en-US" b="1"/>
              <a:t>Scripting &amp; Logic:</a:t>
            </a:r>
            <a:endParaRPr lang="en-US"/>
          </a:p>
          <a:p>
            <a:pPr>
              <a:buFont typeface="Arial" panose="020B0604020202020204" pitchFamily="34" charset="0"/>
              <a:buChar char="•"/>
            </a:pPr>
            <a:r>
              <a:rPr lang="en-US"/>
              <a:t>The game is coded in </a:t>
            </a:r>
            <a:r>
              <a:rPr lang="en-US" b="1"/>
              <a:t>C#</a:t>
            </a:r>
            <a:r>
              <a:rPr lang="en-US"/>
              <a:t>, which manages game mechanics such as puzzle validation and real-time inventory updates.</a:t>
            </a:r>
          </a:p>
          <a:p>
            <a:pPr>
              <a:buFont typeface="Arial" panose="020B0604020202020204" pitchFamily="34" charset="0"/>
              <a:buChar char="•"/>
            </a:pPr>
            <a:r>
              <a:rPr lang="en-US"/>
              <a:t>Unity’s </a:t>
            </a:r>
            <a:r>
              <a:rPr lang="en-US" b="1"/>
              <a:t>event system</a:t>
            </a:r>
            <a:r>
              <a:rPr lang="en-US"/>
              <a:t> allows smooth interaction between the player and game objects (e.g., picking up texts, using cipher tools).</a:t>
            </a:r>
          </a:p>
          <a:p>
            <a:pPr marL="158750" indent="0">
              <a:buFont typeface="Arial" panose="020B0604020202020204" pitchFamily="34" charset="0"/>
              <a:buNone/>
            </a:pPr>
            <a:endParaRPr lang="en-US"/>
          </a:p>
          <a:p>
            <a:pPr marL="158750" indent="0">
              <a:buNone/>
            </a:pPr>
            <a:r>
              <a:rPr lang="en-US" b="1"/>
              <a:t>Data Management:</a:t>
            </a:r>
            <a:endParaRPr lang="en-US"/>
          </a:p>
          <a:p>
            <a:pPr>
              <a:buFont typeface="Arial" panose="020B0604020202020204" pitchFamily="34" charset="0"/>
              <a:buChar char="•"/>
            </a:pPr>
            <a:r>
              <a:rPr lang="en-US"/>
              <a:t>Instead of cloud storage, we use </a:t>
            </a:r>
            <a:r>
              <a:rPr lang="en-US" b="1"/>
              <a:t>local JSON files</a:t>
            </a:r>
            <a:r>
              <a:rPr lang="en-US"/>
              <a:t> and Unity’s </a:t>
            </a:r>
            <a:r>
              <a:rPr lang="en-US" b="1" err="1"/>
              <a:t>PlayerPrefs</a:t>
            </a:r>
            <a:r>
              <a:rPr lang="en-US"/>
              <a:t> for lightweight storage of game progress.</a:t>
            </a:r>
          </a:p>
          <a:p>
            <a:pPr>
              <a:buFont typeface="Arial" panose="020B0604020202020204" pitchFamily="34" charset="0"/>
              <a:buChar char="•"/>
            </a:pPr>
            <a:r>
              <a:rPr lang="en-US"/>
              <a:t>The game’s caching system ensures fast </a:t>
            </a:r>
            <a:r>
              <a:rPr lang="en-US" b="1"/>
              <a:t>load times</a:t>
            </a:r>
            <a:r>
              <a:rPr lang="en-US"/>
              <a:t> and keeps track of solved puzzles and collected tools.</a:t>
            </a:r>
          </a:p>
          <a:p>
            <a:pPr marL="158750" indent="0">
              <a:buNone/>
            </a:pPr>
            <a:endParaRPr lang="en-IL"/>
          </a:p>
        </p:txBody>
      </p:sp>
    </p:spTree>
    <p:extLst>
      <p:ext uri="{BB962C8B-B14F-4D97-AF65-F5344CB8AC3E}">
        <p14:creationId xmlns:p14="http://schemas.microsoft.com/office/powerpoint/2010/main" val="28515808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5" name="Google Shape;225;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2b6458df24_2_67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32b6458df24_2_6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400"/>
          </a:p>
        </p:txBody>
      </p:sp>
      <p:sp>
        <p:nvSpPr>
          <p:cNvPr id="148" name="Google Shape;148;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700"/>
          </a:p>
        </p:txBody>
      </p:sp>
      <p:sp>
        <p:nvSpPr>
          <p:cNvPr id="172" name="Google Shape;172;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a:t>Side note Each Door password can be made of either numbers or words </a:t>
            </a:r>
            <a:endParaRPr lang="en-IL"/>
          </a:p>
        </p:txBody>
      </p:sp>
    </p:spTree>
    <p:extLst>
      <p:ext uri="{BB962C8B-B14F-4D97-AF65-F5344CB8AC3E}">
        <p14:creationId xmlns:p14="http://schemas.microsoft.com/office/powerpoint/2010/main" val="21312145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2b1853d445_2_3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 name="Google Shape;184;g32b1853d445_2_38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6" name="Google Shape;196;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 name="Google Shape;209;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
        <p:cNvGrpSpPr/>
        <p:nvPr/>
      </p:nvGrpSpPr>
      <p:grpSpPr>
        <a:xfrm>
          <a:off x="0" y="0"/>
          <a:ext cx="0" cy="0"/>
          <a:chOff x="0" y="0"/>
          <a:chExt cx="0" cy="0"/>
        </a:xfrm>
      </p:grpSpPr>
      <p:sp>
        <p:nvSpPr>
          <p:cNvPr id="12" name="Google Shape;12;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17"/>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 name="Google Shape;14;p17"/>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17"/>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17"/>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18"/>
          <p:cNvSpPr txBox="1">
            <a:spLocks noGrp="1"/>
          </p:cNvSpPr>
          <p:nvPr>
            <p:ph type="ctrTitle"/>
          </p:nvPr>
        </p:nvSpPr>
        <p:spPr>
          <a:xfrm>
            <a:off x="685800" y="2130425"/>
            <a:ext cx="7772400" cy="1470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8"/>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0" name="Google Shape;20;p18"/>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8"/>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19"/>
          <p:cNvSpPr txBox="1">
            <a:spLocks noGrp="1"/>
          </p:cNvSpPr>
          <p:nvPr>
            <p:ph type="title"/>
          </p:nvPr>
        </p:nvSpPr>
        <p:spPr>
          <a:xfrm>
            <a:off x="722313" y="4406900"/>
            <a:ext cx="7772400" cy="13620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19"/>
          <p:cNvSpPr txBox="1">
            <a:spLocks noGrp="1"/>
          </p:cNvSpPr>
          <p:nvPr>
            <p:ph type="body" idx="1"/>
          </p:nvPr>
        </p:nvSpPr>
        <p:spPr>
          <a:xfrm>
            <a:off x="722313" y="2906713"/>
            <a:ext cx="7772400" cy="1500300"/>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26" name="Google Shape;26;p19"/>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9"/>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0"/>
          <p:cNvSpPr txBox="1">
            <a:spLocks noGrp="1"/>
          </p:cNvSpPr>
          <p:nvPr>
            <p:ph type="body" idx="1"/>
          </p:nvPr>
        </p:nvSpPr>
        <p:spPr>
          <a:xfrm>
            <a:off x="457200" y="1600200"/>
            <a:ext cx="4038600" cy="4526100"/>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2" name="Google Shape;32;p20"/>
          <p:cNvSpPr txBox="1">
            <a:spLocks noGrp="1"/>
          </p:cNvSpPr>
          <p:nvPr>
            <p:ph type="body" idx="2"/>
          </p:nvPr>
        </p:nvSpPr>
        <p:spPr>
          <a:xfrm>
            <a:off x="4648200" y="1600200"/>
            <a:ext cx="4038600" cy="4526100"/>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3" name="Google Shape;33;p20"/>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0"/>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1"/>
          <p:cNvSpPr txBox="1">
            <a:spLocks noGrp="1"/>
          </p:cNvSpPr>
          <p:nvPr>
            <p:ph type="body" idx="1"/>
          </p:nvPr>
        </p:nvSpPr>
        <p:spPr>
          <a:xfrm>
            <a:off x="457200" y="1535113"/>
            <a:ext cx="4040100" cy="639900"/>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39" name="Google Shape;39;p21"/>
          <p:cNvSpPr txBox="1">
            <a:spLocks noGrp="1"/>
          </p:cNvSpPr>
          <p:nvPr>
            <p:ph type="body" idx="2"/>
          </p:nvPr>
        </p:nvSpPr>
        <p:spPr>
          <a:xfrm>
            <a:off x="457200" y="2174875"/>
            <a:ext cx="4040100" cy="3951300"/>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0" name="Google Shape;40;p21"/>
          <p:cNvSpPr txBox="1">
            <a:spLocks noGrp="1"/>
          </p:cNvSpPr>
          <p:nvPr>
            <p:ph type="body" idx="3"/>
          </p:nvPr>
        </p:nvSpPr>
        <p:spPr>
          <a:xfrm>
            <a:off x="4645025" y="1535113"/>
            <a:ext cx="4041900" cy="639900"/>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1" name="Google Shape;41;p21"/>
          <p:cNvSpPr txBox="1">
            <a:spLocks noGrp="1"/>
          </p:cNvSpPr>
          <p:nvPr>
            <p:ph type="body" idx="4"/>
          </p:nvPr>
        </p:nvSpPr>
        <p:spPr>
          <a:xfrm>
            <a:off x="4645025" y="2174875"/>
            <a:ext cx="4041900" cy="3951300"/>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2" name="Google Shape;42;p21"/>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1"/>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2"/>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2"/>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3"/>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3"/>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3"/>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4"/>
          <p:cNvSpPr txBox="1">
            <a:spLocks noGrp="1"/>
          </p:cNvSpPr>
          <p:nvPr>
            <p:ph type="title"/>
          </p:nvPr>
        </p:nvSpPr>
        <p:spPr>
          <a:xfrm>
            <a:off x="457200" y="273050"/>
            <a:ext cx="3008400" cy="11622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4"/>
          <p:cNvSpPr txBox="1">
            <a:spLocks noGrp="1"/>
          </p:cNvSpPr>
          <p:nvPr>
            <p:ph type="body" idx="1"/>
          </p:nvPr>
        </p:nvSpPr>
        <p:spPr>
          <a:xfrm>
            <a:off x="3575050" y="273050"/>
            <a:ext cx="5111700" cy="5853000"/>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24"/>
          <p:cNvSpPr txBox="1">
            <a:spLocks noGrp="1"/>
          </p:cNvSpPr>
          <p:nvPr>
            <p:ph type="body" idx="2"/>
          </p:nvPr>
        </p:nvSpPr>
        <p:spPr>
          <a:xfrm>
            <a:off x="457200" y="1435100"/>
            <a:ext cx="3008400" cy="4691100"/>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24"/>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4"/>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5"/>
          <p:cNvSpPr txBox="1">
            <a:spLocks noGrp="1"/>
          </p:cNvSpPr>
          <p:nvPr>
            <p:ph type="title"/>
          </p:nvPr>
        </p:nvSpPr>
        <p:spPr>
          <a:xfrm>
            <a:off x="1792288" y="4800600"/>
            <a:ext cx="5486400" cy="5667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5"/>
          <p:cNvSpPr>
            <a:spLocks noGrp="1"/>
          </p:cNvSpPr>
          <p:nvPr>
            <p:ph type="pic" idx="2"/>
          </p:nvPr>
        </p:nvSpPr>
        <p:spPr>
          <a:xfrm>
            <a:off x="1792288" y="612775"/>
            <a:ext cx="5486400" cy="4114800"/>
          </a:xfrm>
          <a:prstGeom prst="rect">
            <a:avLst/>
          </a:prstGeom>
          <a:noFill/>
          <a:ln>
            <a:noFill/>
          </a:ln>
        </p:spPr>
      </p:sp>
      <p:sp>
        <p:nvSpPr>
          <p:cNvPr id="64" name="Google Shape;64;p25"/>
          <p:cNvSpPr txBox="1">
            <a:spLocks noGrp="1"/>
          </p:cNvSpPr>
          <p:nvPr>
            <p:ph type="body" idx="1"/>
          </p:nvPr>
        </p:nvSpPr>
        <p:spPr>
          <a:xfrm>
            <a:off x="1792288" y="5367338"/>
            <a:ext cx="5486400" cy="804900"/>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25"/>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5"/>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5"/>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6"/>
          <p:cNvSpPr txBox="1">
            <a:spLocks noGrp="1"/>
          </p:cNvSpPr>
          <p:nvPr>
            <p:ph type="body" idx="1"/>
          </p:nvPr>
        </p:nvSpPr>
        <p:spPr>
          <a:xfrm rot="5400000">
            <a:off x="2308950" y="-251550"/>
            <a:ext cx="4526100"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26"/>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6"/>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7"/>
          <p:cNvSpPr txBox="1">
            <a:spLocks noGrp="1"/>
          </p:cNvSpPr>
          <p:nvPr>
            <p:ph type="title"/>
          </p:nvPr>
        </p:nvSpPr>
        <p:spPr>
          <a:xfrm rot="5400000">
            <a:off x="4732350" y="2171688"/>
            <a:ext cx="5851500"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7"/>
          <p:cNvSpPr txBox="1">
            <a:spLocks noGrp="1"/>
          </p:cNvSpPr>
          <p:nvPr>
            <p:ph type="body" idx="1"/>
          </p:nvPr>
        </p:nvSpPr>
        <p:spPr>
          <a:xfrm rot="5400000">
            <a:off x="541350" y="190488"/>
            <a:ext cx="5851500"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27"/>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7"/>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7"/>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4"/>
        <p:cNvGrpSpPr/>
        <p:nvPr/>
      </p:nvGrpSpPr>
      <p:grpSpPr>
        <a:xfrm>
          <a:off x="0" y="0"/>
          <a:ext cx="0" cy="0"/>
          <a:chOff x="0" y="0"/>
          <a:chExt cx="0" cy="0"/>
        </a:xfrm>
      </p:grpSpPr>
      <p:sp>
        <p:nvSpPr>
          <p:cNvPr id="46" name="Google Shape;46;g32b6458df24_2_634"/>
          <p:cNvSpPr txBox="1">
            <a:spLocks noGrp="1"/>
          </p:cNvSpPr>
          <p:nvPr>
            <p:ph type="title"/>
          </p:nvPr>
        </p:nvSpPr>
        <p:spPr>
          <a:xfrm>
            <a:off x="311300" y="667900"/>
            <a:ext cx="3704400" cy="2732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47" name="Google Shape;47;g32b6458df24_2_634"/>
          <p:cNvSpPr txBox="1">
            <a:spLocks noGrp="1"/>
          </p:cNvSpPr>
          <p:nvPr>
            <p:ph type="subTitle" idx="1"/>
          </p:nvPr>
        </p:nvSpPr>
        <p:spPr>
          <a:xfrm>
            <a:off x="304800" y="3502300"/>
            <a:ext cx="3704400" cy="12357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48" name="Google Shape;48;g32b6458df24_2_634"/>
          <p:cNvSpPr txBox="1">
            <a:spLocks noGrp="1"/>
          </p:cNvSpPr>
          <p:nvPr>
            <p:ph type="body" idx="2"/>
          </p:nvPr>
        </p:nvSpPr>
        <p:spPr>
          <a:xfrm>
            <a:off x="4879025" y="667900"/>
            <a:ext cx="3954000" cy="54819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9" name="Google Shape;49;g32b6458df24_2_634"/>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225544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50"/>
        <p:cNvGrpSpPr/>
        <p:nvPr/>
      </p:nvGrpSpPr>
      <p:grpSpPr>
        <a:xfrm>
          <a:off x="0" y="0"/>
          <a:ext cx="0" cy="0"/>
          <a:chOff x="0" y="0"/>
          <a:chExt cx="0" cy="0"/>
        </a:xfrm>
      </p:grpSpPr>
      <p:sp>
        <p:nvSpPr>
          <p:cNvPr id="52" name="Google Shape;52;g32b6458df24_2_640"/>
          <p:cNvSpPr txBox="1">
            <a:spLocks noGrp="1"/>
          </p:cNvSpPr>
          <p:nvPr>
            <p:ph type="body" idx="1"/>
          </p:nvPr>
        </p:nvSpPr>
        <p:spPr>
          <a:xfrm>
            <a:off x="311700" y="6028533"/>
            <a:ext cx="7979400" cy="614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53" name="Google Shape;53;g32b6458df24_2_640"/>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5475331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6"/>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rmAutofit/>
          </a:bodyPr>
          <a:lstStyle>
            <a:lvl1pPr marL="457200" marR="0" lvl="0" indent="-431800" algn="l">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6"/>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marR="0" lvl="0" algn="l">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6"/>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marR="0" lvl="0" algn="ctr">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1200" b="0" i="0" u="none" strike="noStrike" cap="none">
                <a:solidFill>
                  <a:srgbClr val="888888"/>
                </a:solidFill>
                <a:latin typeface="Calibri"/>
                <a:ea typeface="Calibri"/>
                <a:cs typeface="Calibri"/>
                <a:sym typeface="Calibri"/>
              </a:defRPr>
            </a:lvl1pPr>
            <a:lvl2pPr marL="0" marR="0" lvl="1" indent="0" algn="r">
              <a:spcBef>
                <a:spcPts val="0"/>
              </a:spcBef>
              <a:buNone/>
              <a:defRPr sz="1200" b="0" i="0" u="none" strike="noStrike" cap="none">
                <a:solidFill>
                  <a:srgbClr val="888888"/>
                </a:solidFill>
                <a:latin typeface="Calibri"/>
                <a:ea typeface="Calibri"/>
                <a:cs typeface="Calibri"/>
                <a:sym typeface="Calibri"/>
              </a:defRPr>
            </a:lvl2pPr>
            <a:lvl3pPr marL="0" marR="0" lvl="2" indent="0" algn="r">
              <a:spcBef>
                <a:spcPts val="0"/>
              </a:spcBef>
              <a:buNone/>
              <a:defRPr sz="1200" b="0" i="0" u="none" strike="noStrike" cap="none">
                <a:solidFill>
                  <a:srgbClr val="888888"/>
                </a:solidFill>
                <a:latin typeface="Calibri"/>
                <a:ea typeface="Calibri"/>
                <a:cs typeface="Calibri"/>
                <a:sym typeface="Calibri"/>
              </a:defRPr>
            </a:lvl3pPr>
            <a:lvl4pPr marL="0" marR="0" lvl="3" indent="0" algn="r">
              <a:spcBef>
                <a:spcPts val="0"/>
              </a:spcBef>
              <a:buNone/>
              <a:defRPr sz="1200" b="0" i="0" u="none" strike="noStrike" cap="none">
                <a:solidFill>
                  <a:srgbClr val="888888"/>
                </a:solidFill>
                <a:latin typeface="Calibri"/>
                <a:ea typeface="Calibri"/>
                <a:cs typeface="Calibri"/>
                <a:sym typeface="Calibri"/>
              </a:defRPr>
            </a:lvl4pPr>
            <a:lvl5pPr marL="0" marR="0" lvl="4" indent="0" algn="r">
              <a:spcBef>
                <a:spcPts val="0"/>
              </a:spcBef>
              <a:buNone/>
              <a:defRPr sz="1200" b="0" i="0" u="none" strike="noStrike" cap="none">
                <a:solidFill>
                  <a:srgbClr val="888888"/>
                </a:solidFill>
                <a:latin typeface="Calibri"/>
                <a:ea typeface="Calibri"/>
                <a:cs typeface="Calibri"/>
                <a:sym typeface="Calibri"/>
              </a:defRPr>
            </a:lvl5pPr>
            <a:lvl6pPr marL="0" marR="0" lvl="5" indent="0" algn="r">
              <a:spcBef>
                <a:spcPts val="0"/>
              </a:spcBef>
              <a:buNone/>
              <a:defRPr sz="1200" b="0" i="0" u="none" strike="noStrike" cap="none">
                <a:solidFill>
                  <a:srgbClr val="888888"/>
                </a:solidFill>
                <a:latin typeface="Calibri"/>
                <a:ea typeface="Calibri"/>
                <a:cs typeface="Calibri"/>
                <a:sym typeface="Calibri"/>
              </a:defRPr>
            </a:lvl6pPr>
            <a:lvl7pPr marL="0" marR="0" lvl="6" indent="0" algn="r">
              <a:spcBef>
                <a:spcPts val="0"/>
              </a:spcBef>
              <a:buNone/>
              <a:defRPr sz="1200" b="0" i="0" u="none" strike="noStrike" cap="none">
                <a:solidFill>
                  <a:srgbClr val="888888"/>
                </a:solidFill>
                <a:latin typeface="Calibri"/>
                <a:ea typeface="Calibri"/>
                <a:cs typeface="Calibri"/>
                <a:sym typeface="Calibri"/>
              </a:defRPr>
            </a:lvl7pPr>
            <a:lvl8pPr marL="0" marR="0" lvl="7" indent="0" algn="r">
              <a:spcBef>
                <a:spcPts val="0"/>
              </a:spcBef>
              <a:buNone/>
              <a:defRPr sz="1200" b="0" i="0" u="none" strike="noStrike" cap="none">
                <a:solidFill>
                  <a:srgbClr val="888888"/>
                </a:solidFill>
                <a:latin typeface="Calibri"/>
                <a:ea typeface="Calibri"/>
                <a:cs typeface="Calibri"/>
                <a:sym typeface="Calibri"/>
              </a:defRPr>
            </a:lvl8pPr>
            <a:lvl9pPr marL="0" marR="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88" r:id="rId12"/>
    <p:sldLayoutId id="2147483689"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8.jpeg"/><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35.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xml"/><Relationship Id="rId5" Type="http://schemas.openxmlformats.org/officeDocument/2006/relationships/image" Target="../media/image53.png"/><Relationship Id="rId4" Type="http://schemas.openxmlformats.org/officeDocument/2006/relationships/image" Target="../media/image52.png"/></Relationships>
</file>

<file path=ppt/slides/_rels/slide2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4.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72.jpeg"/><Relationship Id="rId1" Type="http://schemas.openxmlformats.org/officeDocument/2006/relationships/slideLayout" Target="../slideLayouts/slideLayout1.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Google Shape;131;g32b6458df24_2_0">
            <a:extLst>
              <a:ext uri="{FF2B5EF4-FFF2-40B4-BE49-F238E27FC236}">
                <a16:creationId xmlns:a16="http://schemas.microsoft.com/office/drawing/2014/main" id="{65AFB02D-86EF-53BF-19FB-6F2E580ADC24}"/>
              </a:ext>
            </a:extLst>
          </p:cNvPr>
          <p:cNvSpPr txBox="1">
            <a:spLocks/>
          </p:cNvSpPr>
          <p:nvPr/>
        </p:nvSpPr>
        <p:spPr>
          <a:xfrm>
            <a:off x="0" y="10133"/>
            <a:ext cx="3028370" cy="6847988"/>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457200" marR="0" lvl="0" indent="-342900" algn="l" rtl="0">
              <a:lnSpc>
                <a:spcPct val="100000"/>
              </a:lnSpc>
              <a:spcBef>
                <a:spcPts val="360"/>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36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lgn="ctr">
              <a:spcBef>
                <a:spcPts val="640"/>
              </a:spcBef>
              <a:buNone/>
            </a:pPr>
            <a:endParaRPr kumimoji="0" lang="en-US" sz="2000" b="0" i="0" u="none" strike="noStrike" kern="0" cap="none" spc="0" normalizeH="0" baseline="0" noProof="0">
              <a:ln>
                <a:noFill/>
              </a:ln>
              <a:solidFill>
                <a:schemeClr val="bg1"/>
              </a:solidFill>
              <a:effectLst/>
              <a:uLnTx/>
              <a:uFillTx/>
              <a:latin typeface="Arial"/>
              <a:cs typeface="Arial"/>
              <a:sym typeface="Arial"/>
            </a:endParaRPr>
          </a:p>
          <a:p>
            <a:pPr marL="0" indent="0" algn="ctr">
              <a:spcBef>
                <a:spcPts val="640"/>
              </a:spcBef>
              <a:buNone/>
            </a:pPr>
            <a:r>
              <a:rPr kumimoji="0" lang="en-US" sz="2000" b="0" i="0" u="none" strike="noStrike" kern="0" cap="none" spc="0" normalizeH="0" baseline="0" noProof="0">
                <a:ln>
                  <a:noFill/>
                </a:ln>
                <a:solidFill>
                  <a:schemeClr val="bg1"/>
                </a:solidFill>
                <a:effectLst/>
                <a:uLnTx/>
                <a:uFillTx/>
                <a:latin typeface="Arial"/>
                <a:cs typeface="Arial"/>
                <a:sym typeface="Arial"/>
              </a:rPr>
              <a:t>Capstone Project Phase A</a:t>
            </a:r>
            <a:r>
              <a:rPr kumimoji="0" lang="en-US" sz="1800" b="0" i="0" u="none" strike="noStrike" kern="0" cap="none" spc="0" normalizeH="0" baseline="0" noProof="0">
                <a:ln>
                  <a:noFill/>
                </a:ln>
                <a:solidFill>
                  <a:schemeClr val="bg1"/>
                </a:solidFill>
                <a:effectLst/>
                <a:uLnTx/>
                <a:uFillTx/>
                <a:latin typeface="Arial"/>
                <a:cs typeface="Arial"/>
                <a:sym typeface="Arial"/>
              </a:rPr>
              <a:t> </a:t>
            </a:r>
            <a:endParaRPr lang="en-US" sz="2000" b="1">
              <a:solidFill>
                <a:schemeClr val="bg1"/>
              </a:solidFill>
            </a:endParaRPr>
          </a:p>
          <a:p>
            <a:pPr marL="0" indent="0" algn="ctr">
              <a:spcBef>
                <a:spcPts val="1200"/>
              </a:spcBef>
              <a:buNone/>
            </a:pPr>
            <a:r>
              <a:rPr kumimoji="0" lang="en-US" sz="2000" b="1" i="0" u="none" strike="noStrike" kern="0" cap="none" spc="0" normalizeH="0" baseline="0" noProof="0">
                <a:ln>
                  <a:noFill/>
                </a:ln>
                <a:solidFill>
                  <a:schemeClr val="bg1"/>
                </a:solidFill>
                <a:effectLst/>
                <a:uLnTx/>
                <a:uFillTx/>
                <a:latin typeface="Arial"/>
                <a:cs typeface="Arial"/>
                <a:sym typeface="Arial"/>
              </a:rPr>
              <a:t>25-1-D-8</a:t>
            </a:r>
          </a:p>
          <a:p>
            <a:pPr marL="0" indent="0" algn="ctr">
              <a:spcBef>
                <a:spcPts val="1200"/>
              </a:spcBef>
              <a:buNone/>
            </a:pPr>
            <a:endParaRPr kumimoji="0" lang="en-US" sz="2000" b="1" i="0" u="none" strike="noStrike" kern="0" cap="none" spc="0" normalizeH="0" baseline="0" noProof="0">
              <a:ln>
                <a:noFill/>
              </a:ln>
              <a:solidFill>
                <a:srgbClr val="000000"/>
              </a:solidFill>
              <a:effectLst/>
              <a:highlight>
                <a:srgbClr val="FFD966"/>
              </a:highlight>
              <a:uLnTx/>
              <a:uFillTx/>
              <a:latin typeface="Arial"/>
              <a:cs typeface="Arial"/>
              <a:sym typeface="Arial"/>
            </a:endParaRPr>
          </a:p>
          <a:p>
            <a:pPr marL="0" indent="0">
              <a:spcBef>
                <a:spcPts val="1200"/>
              </a:spcBef>
              <a:buFont typeface="Arial"/>
              <a:buNone/>
            </a:pPr>
            <a:endParaRPr lang="en-US" sz="3000">
              <a:solidFill>
                <a:schemeClr val="tx1"/>
              </a:solidFill>
              <a:latin typeface="Times New Roman"/>
              <a:ea typeface="Times New Roman"/>
              <a:cs typeface="Times New Roman"/>
              <a:sym typeface="Times New Roman"/>
            </a:endParaRPr>
          </a:p>
          <a:p>
            <a:pPr marL="0" indent="0">
              <a:spcBef>
                <a:spcPts val="1200"/>
              </a:spcBef>
              <a:buFont typeface="Arial"/>
              <a:buNone/>
            </a:pPr>
            <a:endParaRPr lang="en-US" sz="3000">
              <a:solidFill>
                <a:schemeClr val="tx1"/>
              </a:solidFill>
              <a:latin typeface="Times New Roman"/>
              <a:ea typeface="Times New Roman"/>
              <a:cs typeface="Times New Roman"/>
              <a:sym typeface="Times New Roman"/>
            </a:endParaRPr>
          </a:p>
          <a:p>
            <a:pPr marL="0" indent="0">
              <a:spcBef>
                <a:spcPts val="1200"/>
              </a:spcBef>
              <a:buFont typeface="Arial"/>
              <a:buNone/>
            </a:pPr>
            <a:endParaRPr lang="en-US" sz="3000">
              <a:solidFill>
                <a:schemeClr val="tx1"/>
              </a:solidFill>
              <a:latin typeface="Times New Roman"/>
              <a:ea typeface="Times New Roman"/>
              <a:cs typeface="Times New Roman"/>
              <a:sym typeface="Times New Roman"/>
            </a:endParaRPr>
          </a:p>
          <a:p>
            <a:pPr marL="0" indent="0">
              <a:spcBef>
                <a:spcPts val="1200"/>
              </a:spcBef>
              <a:buFont typeface="Arial"/>
              <a:buNone/>
            </a:pPr>
            <a:endParaRPr lang="en-US" sz="3000">
              <a:solidFill>
                <a:schemeClr val="tx1"/>
              </a:solidFill>
              <a:latin typeface="Times New Roman"/>
              <a:ea typeface="Times New Roman"/>
              <a:cs typeface="Times New Roman"/>
              <a:sym typeface="Times New Roman"/>
            </a:endParaRPr>
          </a:p>
          <a:p>
            <a:pPr marL="0" indent="0">
              <a:spcBef>
                <a:spcPts val="1200"/>
              </a:spcBef>
              <a:buFont typeface="Arial"/>
              <a:buNone/>
            </a:pPr>
            <a:r>
              <a:rPr lang="en-US" sz="1600" b="1">
                <a:solidFill>
                  <a:schemeClr val="bg1"/>
                </a:solidFill>
                <a:latin typeface="Times New Roman"/>
                <a:ea typeface="Times New Roman"/>
                <a:cs typeface="Times New Roman"/>
                <a:sym typeface="Times New Roman"/>
              </a:rPr>
              <a:t>Students :</a:t>
            </a:r>
          </a:p>
          <a:p>
            <a:pPr marL="0" indent="0" algn="r">
              <a:spcBef>
                <a:spcPts val="640"/>
              </a:spcBef>
              <a:buFont typeface="Arial"/>
              <a:buNone/>
            </a:pPr>
            <a:r>
              <a:rPr lang="en-US" sz="1600">
                <a:solidFill>
                  <a:schemeClr val="bg1"/>
                </a:solidFill>
                <a:latin typeface="Times New Roman"/>
                <a:ea typeface="Times New Roman"/>
                <a:cs typeface="Times New Roman"/>
                <a:sym typeface="Times New Roman"/>
              </a:rPr>
              <a:t>Abed </a:t>
            </a:r>
            <a:r>
              <a:rPr lang="en-US" sz="1600" err="1">
                <a:solidFill>
                  <a:schemeClr val="bg1"/>
                </a:solidFill>
                <a:latin typeface="Times New Roman"/>
                <a:ea typeface="Times New Roman"/>
                <a:cs typeface="Times New Roman"/>
                <a:sym typeface="Times New Roman"/>
              </a:rPr>
              <a:t>Ellateef</a:t>
            </a:r>
            <a:r>
              <a:rPr lang="en-US" sz="1600">
                <a:solidFill>
                  <a:schemeClr val="bg1"/>
                </a:solidFill>
                <a:latin typeface="Times New Roman"/>
                <a:ea typeface="Times New Roman"/>
                <a:cs typeface="Times New Roman"/>
                <a:sym typeface="Times New Roman"/>
              </a:rPr>
              <a:t> Zoabi</a:t>
            </a:r>
          </a:p>
          <a:p>
            <a:pPr marL="0" indent="0" algn="r">
              <a:spcBef>
                <a:spcPts val="640"/>
              </a:spcBef>
              <a:buFont typeface="Arial"/>
              <a:buNone/>
            </a:pPr>
            <a:r>
              <a:rPr lang="en-US" sz="1600">
                <a:solidFill>
                  <a:schemeClr val="bg1"/>
                </a:solidFill>
                <a:latin typeface="Times New Roman"/>
                <a:ea typeface="Times New Roman"/>
                <a:cs typeface="Times New Roman"/>
                <a:sym typeface="Times New Roman"/>
              </a:rPr>
              <a:t>Firas Amaria</a:t>
            </a:r>
          </a:p>
          <a:p>
            <a:pPr marL="0" indent="0" algn="r">
              <a:spcBef>
                <a:spcPts val="640"/>
              </a:spcBef>
              <a:buFont typeface="Arial"/>
              <a:buNone/>
            </a:pPr>
            <a:endParaRPr lang="en-US" sz="2400">
              <a:solidFill>
                <a:schemeClr val="bg1"/>
              </a:solidFill>
              <a:latin typeface="Times New Roman"/>
              <a:ea typeface="Times New Roman"/>
              <a:cs typeface="Times New Roman"/>
              <a:sym typeface="Times New Roman"/>
            </a:endParaRPr>
          </a:p>
          <a:p>
            <a:pPr marL="0" indent="0">
              <a:spcBef>
                <a:spcPts val="1200"/>
              </a:spcBef>
              <a:buFont typeface="Arial"/>
              <a:buNone/>
            </a:pPr>
            <a:r>
              <a:rPr lang="en-US" sz="1600" b="1">
                <a:solidFill>
                  <a:schemeClr val="bg1"/>
                </a:solidFill>
                <a:latin typeface="Times New Roman"/>
                <a:ea typeface="Times New Roman"/>
                <a:cs typeface="Times New Roman"/>
                <a:sym typeface="Times New Roman"/>
              </a:rPr>
              <a:t>Advisor:	</a:t>
            </a:r>
            <a:r>
              <a:rPr lang="en-US" sz="1600">
                <a:solidFill>
                  <a:schemeClr val="bg1"/>
                </a:solidFill>
                <a:latin typeface="Times New Roman"/>
                <a:ea typeface="Times New Roman"/>
                <a:cs typeface="Times New Roman"/>
                <a:sym typeface="Times New Roman"/>
              </a:rPr>
              <a:t>	</a:t>
            </a:r>
          </a:p>
          <a:p>
            <a:pPr marL="0" indent="0" algn="r">
              <a:spcBef>
                <a:spcPts val="1200"/>
              </a:spcBef>
              <a:buFont typeface="Arial"/>
              <a:buNone/>
            </a:pPr>
            <a:r>
              <a:rPr lang="en-US" sz="1600">
                <a:solidFill>
                  <a:schemeClr val="bg1"/>
                </a:solidFill>
                <a:latin typeface="Times New Roman"/>
                <a:ea typeface="Times New Roman"/>
                <a:cs typeface="Times New Roman"/>
                <a:sym typeface="Times New Roman"/>
              </a:rPr>
              <a:t>PhD. Moshe </a:t>
            </a:r>
            <a:r>
              <a:rPr lang="en-US" sz="1600" err="1">
                <a:solidFill>
                  <a:schemeClr val="bg1"/>
                </a:solidFill>
                <a:latin typeface="Times New Roman"/>
                <a:ea typeface="Times New Roman"/>
                <a:cs typeface="Times New Roman"/>
                <a:sym typeface="Times New Roman"/>
              </a:rPr>
              <a:t>Sulamy</a:t>
            </a:r>
            <a:endParaRPr lang="en-US" sz="1600">
              <a:solidFill>
                <a:schemeClr val="bg1"/>
              </a:solidFill>
              <a:latin typeface="Times New Roman"/>
              <a:ea typeface="Times New Roman"/>
              <a:cs typeface="Times New Roman"/>
              <a:sym typeface="Times New Roman"/>
            </a:endParaRPr>
          </a:p>
        </p:txBody>
      </p:sp>
      <p:sp>
        <p:nvSpPr>
          <p:cNvPr id="7" name="Google Shape;134;g32b6458df24_2_0">
            <a:extLst>
              <a:ext uri="{FF2B5EF4-FFF2-40B4-BE49-F238E27FC236}">
                <a16:creationId xmlns:a16="http://schemas.microsoft.com/office/drawing/2014/main" id="{E3554330-783F-A2E0-508F-C563052351DE}"/>
              </a:ext>
            </a:extLst>
          </p:cNvPr>
          <p:cNvSpPr txBox="1"/>
          <p:nvPr/>
        </p:nvSpPr>
        <p:spPr>
          <a:xfrm>
            <a:off x="3028370" y="1206734"/>
            <a:ext cx="6115630" cy="1789690"/>
          </a:xfrm>
          <a:prstGeom prst="rect">
            <a:avLst/>
          </a:prstGeom>
          <a:no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US" b="0" i="0" u="none" strike="noStrike" kern="0" cap="none" spc="0" normalizeH="0" baseline="0" noProof="0">
                <a:ln>
                  <a:noFill/>
                </a:ln>
                <a:solidFill>
                  <a:srgbClr val="000000"/>
                </a:solidFill>
                <a:effectLst/>
                <a:uLnTx/>
                <a:uFillTx/>
                <a:latin typeface="Roboto"/>
                <a:ea typeface="Roboto"/>
                <a:cs typeface="Roboto"/>
                <a:sym typeface="Roboto"/>
              </a:rPr>
              <a:t>Braude College of Engineering ,Software Engineering Department </a:t>
            </a:r>
          </a:p>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endParaRPr kumimoji="0" lang="en-US" sz="1200" b="0" i="0" u="none" strike="noStrike" kern="0" cap="none" spc="0" normalizeH="0" baseline="0" noProof="0">
              <a:ln>
                <a:noFill/>
              </a:ln>
              <a:solidFill>
                <a:srgbClr val="000000"/>
              </a:solidFill>
              <a:effectLst/>
              <a:uLnTx/>
              <a:uFillTx/>
              <a:latin typeface="Roboto"/>
              <a:ea typeface="Roboto"/>
              <a:cs typeface="Roboto"/>
              <a:sym typeface="Roboto"/>
            </a:endParaRPr>
          </a:p>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4400" b="0" i="0" u="none" strike="noStrike" kern="0" cap="none" spc="0" normalizeH="0" baseline="0" noProof="0">
                <a:ln>
                  <a:noFill/>
                </a:ln>
                <a:solidFill>
                  <a:srgbClr val="000000"/>
                </a:solidFill>
                <a:effectLst/>
                <a:uLnTx/>
                <a:uFillTx/>
                <a:latin typeface="Times New Roman" panose="02020603050405020304" pitchFamily="18" charset="0"/>
                <a:ea typeface="Roboto"/>
                <a:cs typeface="Times New Roman" panose="02020603050405020304" pitchFamily="18" charset="0"/>
                <a:sym typeface="Roboto"/>
              </a:rPr>
              <a:t>Enigma Academy </a:t>
            </a:r>
            <a:endParaRPr kumimoji="0" sz="4400" b="0" i="0" u="none" strike="noStrike" kern="0" cap="none" spc="0" normalizeH="0" baseline="0" noProof="0">
              <a:ln>
                <a:noFill/>
              </a:ln>
              <a:solidFill>
                <a:srgbClr val="000000"/>
              </a:solidFill>
              <a:effectLst/>
              <a:uLnTx/>
              <a:uFillTx/>
              <a:latin typeface="Times New Roman" panose="02020603050405020304" pitchFamily="18" charset="0"/>
              <a:ea typeface="Roboto"/>
              <a:cs typeface="Times New Roman" panose="02020603050405020304" pitchFamily="18" charset="0"/>
              <a:sym typeface="Roboto"/>
            </a:endParaRPr>
          </a:p>
          <a:p>
            <a:pPr marL="0" marR="0" lvl="0" indent="0" algn="ctr" defTabSz="914400" rtl="0" eaLnBrk="1" fontAlgn="auto" latinLnBrk="0" hangingPunct="1">
              <a:lnSpc>
                <a:spcPct val="115000"/>
              </a:lnSpc>
              <a:spcBef>
                <a:spcPts val="1200"/>
              </a:spcBef>
              <a:spcAft>
                <a:spcPts val="0"/>
              </a:spcAft>
              <a:buClr>
                <a:srgbClr val="000000"/>
              </a:buClr>
              <a:buSzTx/>
              <a:buFont typeface="Arial"/>
              <a:buNone/>
              <a:tabLst/>
              <a:defRPr/>
            </a:pPr>
            <a:endParaRPr kumimoji="0" sz="1200" b="0" i="0" u="none" strike="noStrike" kern="0" cap="none" spc="0" normalizeH="0" baseline="0" noProof="0">
              <a:ln>
                <a:noFill/>
              </a:ln>
              <a:solidFill>
                <a:srgbClr val="CCCCCC"/>
              </a:solidFill>
              <a:effectLst/>
              <a:highlight>
                <a:srgbClr val="FFFF00"/>
              </a:highlight>
              <a:uLnTx/>
              <a:uFillTx/>
              <a:latin typeface="Arial"/>
              <a:cs typeface="Arial"/>
              <a:sym typeface="Arial"/>
            </a:endParaRPr>
          </a:p>
        </p:txBody>
      </p:sp>
      <p:pic>
        <p:nvPicPr>
          <p:cNvPr id="9" name="Google Shape;132;g32b6458df24_2_0">
            <a:extLst>
              <a:ext uri="{FF2B5EF4-FFF2-40B4-BE49-F238E27FC236}">
                <a16:creationId xmlns:a16="http://schemas.microsoft.com/office/drawing/2014/main" id="{3E63E50C-D39B-C465-0921-A8F2F04A60A3}"/>
              </a:ext>
            </a:extLst>
          </p:cNvPr>
          <p:cNvPicPr preferRelativeResize="0"/>
          <p:nvPr/>
        </p:nvPicPr>
        <p:blipFill>
          <a:blip r:embed="rId2">
            <a:alphaModFix/>
          </a:blip>
          <a:stretch>
            <a:fillRect/>
          </a:stretch>
        </p:blipFill>
        <p:spPr>
          <a:xfrm>
            <a:off x="4272951" y="215924"/>
            <a:ext cx="3624175" cy="860950"/>
          </a:xfrm>
          <a:prstGeom prst="rect">
            <a:avLst/>
          </a:prstGeom>
          <a:noFill/>
          <a:ln>
            <a:noFill/>
          </a:ln>
        </p:spPr>
      </p:pic>
      <p:pic>
        <p:nvPicPr>
          <p:cNvPr id="11" name="Google Shape;133;g32b6458df24_2_0">
            <a:extLst>
              <a:ext uri="{FF2B5EF4-FFF2-40B4-BE49-F238E27FC236}">
                <a16:creationId xmlns:a16="http://schemas.microsoft.com/office/drawing/2014/main" id="{8480920F-7F0C-8F29-A990-56BECC732475}"/>
              </a:ext>
            </a:extLst>
          </p:cNvPr>
          <p:cNvPicPr preferRelativeResize="0"/>
          <p:nvPr/>
        </p:nvPicPr>
        <p:blipFill rotWithShape="1">
          <a:blip r:embed="rId3">
            <a:alphaModFix/>
          </a:blip>
          <a:srcRect l="20959" t="32132" r="20626" b="16339"/>
          <a:stretch/>
        </p:blipFill>
        <p:spPr>
          <a:xfrm>
            <a:off x="4272951" y="3418860"/>
            <a:ext cx="3624175" cy="3016348"/>
          </a:xfrm>
          <a:prstGeom prst="rect">
            <a:avLst/>
          </a:prstGeom>
          <a:noFill/>
          <a:ln>
            <a:noFill/>
          </a:ln>
        </p:spPr>
      </p:pic>
    </p:spTree>
    <p:extLst>
      <p:ext uri="{BB962C8B-B14F-4D97-AF65-F5344CB8AC3E}">
        <p14:creationId xmlns:p14="http://schemas.microsoft.com/office/powerpoint/2010/main" val="2905454045"/>
      </p:ext>
    </p:extLst>
  </p:cSld>
  <p:clrMapOvr>
    <a:masterClrMapping/>
  </p:clrMapOvr>
  <p:transition spd="slow">
    <p:randomBar dir="vert"/>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1"/>
        <p:cNvGrpSpPr/>
        <p:nvPr/>
      </p:nvGrpSpPr>
      <p:grpSpPr>
        <a:xfrm>
          <a:off x="0" y="0"/>
          <a:ext cx="0" cy="0"/>
          <a:chOff x="0" y="0"/>
          <a:chExt cx="0" cy="0"/>
        </a:xfrm>
      </p:grpSpPr>
      <p:sp useBgFill="1">
        <p:nvSpPr>
          <p:cNvPr id="113" name="Rectangle 112">
            <a:extLst>
              <a:ext uri="{FF2B5EF4-FFF2-40B4-BE49-F238E27FC236}">
                <a16:creationId xmlns:a16="http://schemas.microsoft.com/office/drawing/2014/main" id="{6CCA5F87-1D1E-45CB-8D83-FC7EEFAD9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4" name="Google Shape;94;p2"/>
          <p:cNvPicPr preferRelativeResize="0"/>
          <p:nvPr/>
        </p:nvPicPr>
        <p:blipFill>
          <a:blip r:embed="rId3"/>
          <a:srcRect l="17938" t="6484" r="32194" b="-1"/>
          <a:stretch/>
        </p:blipFill>
        <p:spPr>
          <a:xfrm>
            <a:off x="20" y="10"/>
            <a:ext cx="6501364" cy="6857990"/>
          </a:xfrm>
          <a:prstGeom prst="rect">
            <a:avLst/>
          </a:prstGeom>
          <a:noFill/>
        </p:spPr>
      </p:pic>
      <p:sp>
        <p:nvSpPr>
          <p:cNvPr id="115" name="Rectangle 114">
            <a:extLst>
              <a:ext uri="{FF2B5EF4-FFF2-40B4-BE49-F238E27FC236}">
                <a16:creationId xmlns:a16="http://schemas.microsoft.com/office/drawing/2014/main" id="{7CCFC2C6-6238-4A2F-93DE-2ADF74AF6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783739" y="0"/>
            <a:ext cx="6360260"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Google Shape;92;p2"/>
          <p:cNvSpPr txBox="1">
            <a:spLocks noGrp="1"/>
          </p:cNvSpPr>
          <p:nvPr>
            <p:ph type="title"/>
          </p:nvPr>
        </p:nvSpPr>
        <p:spPr>
          <a:xfrm>
            <a:off x="5886450" y="1122363"/>
            <a:ext cx="3017520" cy="3204134"/>
          </a:xfrm>
          <a:prstGeom prst="rect">
            <a:avLst/>
          </a:prstGeom>
        </p:spPr>
        <p:txBody>
          <a:bodyPr spcFirstLastPara="1" vert="horz" lIns="91440" tIns="45720" rIns="91440" bIns="45720" rtlCol="0" anchor="b" anchorCtr="0">
            <a:normAutofit/>
          </a:bodyPr>
          <a:lstStyle/>
          <a:p>
            <a:pPr marL="0" lvl="0" indent="0" algn="l">
              <a:lnSpc>
                <a:spcPct val="90000"/>
              </a:lnSpc>
              <a:spcBef>
                <a:spcPct val="0"/>
              </a:spcBef>
              <a:spcAft>
                <a:spcPts val="0"/>
              </a:spcAft>
              <a:buClr>
                <a:schemeClr val="dk1"/>
              </a:buClr>
              <a:buSzPts val="4400"/>
            </a:pPr>
            <a:r>
              <a:rPr lang="en-US" sz="4200" kern="1200" dirty="0">
                <a:solidFill>
                  <a:schemeClr val="tx1"/>
                </a:solidFill>
                <a:latin typeface="+mj-lt"/>
                <a:ea typeface="+mj-ea"/>
                <a:cs typeface="+mj-cs"/>
              </a:rPr>
              <a:t>The Problem</a:t>
            </a:r>
          </a:p>
        </p:txBody>
      </p:sp>
      <p:sp>
        <p:nvSpPr>
          <p:cNvPr id="93" name="Google Shape;93;p2"/>
          <p:cNvSpPr txBox="1">
            <a:spLocks noGrp="1"/>
          </p:cNvSpPr>
          <p:nvPr>
            <p:ph type="body" idx="1"/>
          </p:nvPr>
        </p:nvSpPr>
        <p:spPr>
          <a:xfrm>
            <a:off x="5886450" y="4872922"/>
            <a:ext cx="3017520" cy="1208141"/>
          </a:xfrm>
          <a:prstGeom prst="rect">
            <a:avLst/>
          </a:prstGeom>
        </p:spPr>
        <p:txBody>
          <a:bodyPr spcFirstLastPara="1" vert="horz" lIns="91440" tIns="45720" rIns="91440" bIns="45720" rtlCol="0" anchorCtr="0">
            <a:normAutofit/>
          </a:bodyPr>
          <a:lstStyle/>
          <a:p>
            <a:pPr marL="0" lvl="0" indent="0">
              <a:lnSpc>
                <a:spcPct val="90000"/>
              </a:lnSpc>
              <a:spcBef>
                <a:spcPts val="1000"/>
              </a:spcBef>
              <a:spcAft>
                <a:spcPts val="600"/>
              </a:spcAft>
              <a:buNone/>
            </a:pPr>
            <a:r>
              <a:rPr lang="en-US" sz="1700" kern="1200">
                <a:solidFill>
                  <a:schemeClr val="tx1"/>
                </a:solidFill>
                <a:latin typeface="+mn-lt"/>
                <a:ea typeface="+mn-ea"/>
                <a:cs typeface="+mn-cs"/>
                <a:sym typeface="Calibri"/>
              </a:rPr>
              <a:t>Cryptography is complex and difficult to learn through traditional methods.</a:t>
            </a:r>
            <a:endParaRPr lang="en-US" sz="1700" kern="1200">
              <a:solidFill>
                <a:schemeClr val="tx1"/>
              </a:solidFill>
              <a:latin typeface="+mn-lt"/>
              <a:ea typeface="+mn-ea"/>
              <a:cs typeface="+mn-cs"/>
            </a:endParaRPr>
          </a:p>
        </p:txBody>
      </p:sp>
      <p:sp>
        <p:nvSpPr>
          <p:cNvPr id="117" name="Rectangle 116">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079617"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19" name="Rectangle 118">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88736" y="4546920"/>
            <a:ext cx="30175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8"/>
        <p:cNvGrpSpPr/>
        <p:nvPr/>
      </p:nvGrpSpPr>
      <p:grpSpPr>
        <a:xfrm>
          <a:off x="0" y="0"/>
          <a:ext cx="0" cy="0"/>
          <a:chOff x="0" y="0"/>
          <a:chExt cx="0" cy="0"/>
        </a:xfrm>
      </p:grpSpPr>
      <p:sp useBgFill="1">
        <p:nvSpPr>
          <p:cNvPr id="122" name="Rectangle 121">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Google Shape;99;g32b1853d445_1_4"/>
          <p:cNvSpPr txBox="1">
            <a:spLocks noGrp="1"/>
          </p:cNvSpPr>
          <p:nvPr>
            <p:ph type="title"/>
          </p:nvPr>
        </p:nvSpPr>
        <p:spPr>
          <a:xfrm>
            <a:off x="4885341" y="365125"/>
            <a:ext cx="3630007" cy="1807305"/>
          </a:xfrm>
          <a:prstGeom prst="rect">
            <a:avLst/>
          </a:prstGeom>
        </p:spPr>
        <p:txBody>
          <a:bodyPr spcFirstLastPara="1" lIns="91425" tIns="45700" rIns="91425" bIns="45700" anchorCtr="0">
            <a:normAutofit/>
          </a:bodyPr>
          <a:lstStyle/>
          <a:p>
            <a:pPr marL="0" lvl="0" indent="0" rtl="0">
              <a:spcBef>
                <a:spcPts val="640"/>
              </a:spcBef>
              <a:spcAft>
                <a:spcPts val="0"/>
              </a:spcAft>
              <a:buNone/>
            </a:pPr>
            <a:r>
              <a:rPr lang="en-US" b="1"/>
              <a:t>The Solution</a:t>
            </a:r>
            <a:endParaRPr lang="en-US"/>
          </a:p>
        </p:txBody>
      </p:sp>
      <p:pic>
        <p:nvPicPr>
          <p:cNvPr id="102" name="Picture 101">
            <a:extLst>
              <a:ext uri="{FF2B5EF4-FFF2-40B4-BE49-F238E27FC236}">
                <a16:creationId xmlns:a16="http://schemas.microsoft.com/office/drawing/2014/main" id="{A793F393-4A95-60E8-1C51-440A8558B828}"/>
              </a:ext>
            </a:extLst>
          </p:cNvPr>
          <p:cNvPicPr>
            <a:picLocks noChangeAspect="1"/>
          </p:cNvPicPr>
          <p:nvPr/>
        </p:nvPicPr>
        <p:blipFill>
          <a:blip r:embed="rId3"/>
          <a:srcRect l="29419" r="26098"/>
          <a:stretch/>
        </p:blipFill>
        <p:spPr>
          <a:xfrm>
            <a:off x="20" y="10"/>
            <a:ext cx="4587406"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100" name="Google Shape;100;g32b1853d445_1_4"/>
          <p:cNvSpPr txBox="1">
            <a:spLocks noGrp="1"/>
          </p:cNvSpPr>
          <p:nvPr>
            <p:ph type="body" idx="1"/>
          </p:nvPr>
        </p:nvSpPr>
        <p:spPr>
          <a:xfrm>
            <a:off x="4885341" y="2333297"/>
            <a:ext cx="3630007" cy="3843666"/>
          </a:xfrm>
          <a:prstGeom prst="rect">
            <a:avLst/>
          </a:prstGeom>
        </p:spPr>
        <p:txBody>
          <a:bodyPr spcFirstLastPara="1" lIns="91425" tIns="45700" rIns="91425" bIns="45700" anchorCtr="0">
            <a:normAutofit/>
          </a:bodyPr>
          <a:lstStyle/>
          <a:p>
            <a:pPr marL="0" lvl="0" indent="0" rtl="0">
              <a:spcBef>
                <a:spcPts val="640"/>
              </a:spcBef>
              <a:spcAft>
                <a:spcPts val="0"/>
              </a:spcAft>
              <a:buNone/>
            </a:pPr>
            <a:r>
              <a:rPr lang="en-US" sz="1700"/>
              <a:t>Enigma Academy - an interactive, puzzle-based game to teach cryptography in an engaging way.</a:t>
            </a:r>
          </a:p>
          <a:p>
            <a:pPr marL="0" lvl="0" indent="0" rtl="0">
              <a:spcBef>
                <a:spcPts val="360"/>
              </a:spcBef>
              <a:spcAft>
                <a:spcPts val="0"/>
              </a:spcAft>
              <a:buNone/>
            </a:pPr>
            <a:endParaRPr lang="en-US" sz="1700"/>
          </a:p>
          <a:p>
            <a:pPr marL="285750" indent="-285750">
              <a:buFont typeface="Wingdings" panose="05000000000000000000" pitchFamily="2" charset="2"/>
              <a:buChar char="v"/>
            </a:pPr>
            <a:r>
              <a:rPr lang="en-US" sz="1700"/>
              <a:t>Game stimulation</a:t>
            </a:r>
          </a:p>
          <a:p>
            <a:pPr marL="285750" indent="-285750">
              <a:buFont typeface="Wingdings" panose="05000000000000000000" pitchFamily="2" charset="2"/>
              <a:buChar char="v"/>
            </a:pPr>
            <a:r>
              <a:rPr lang="en-US" sz="1700"/>
              <a:t>Visual representation</a:t>
            </a:r>
          </a:p>
          <a:p>
            <a:pPr marL="285750" indent="-285750">
              <a:buFont typeface="Wingdings" panose="05000000000000000000" pitchFamily="2" charset="2"/>
              <a:buChar char="v"/>
            </a:pPr>
            <a:r>
              <a:rPr lang="en-US" sz="1700"/>
              <a:t>Hands on approach</a:t>
            </a:r>
          </a:p>
          <a:p>
            <a:pPr marL="0" lvl="0" indent="0" rtl="0">
              <a:spcBef>
                <a:spcPts val="360"/>
              </a:spcBef>
              <a:spcAft>
                <a:spcPts val="0"/>
              </a:spcAft>
              <a:buNone/>
            </a:pPr>
            <a:endParaRPr lang="en-US" sz="1700"/>
          </a:p>
          <a:p>
            <a:pPr marL="0" lvl="0" indent="0" rtl="0">
              <a:spcBef>
                <a:spcPts val="360"/>
              </a:spcBef>
              <a:spcAft>
                <a:spcPts val="0"/>
              </a:spcAft>
              <a:buNone/>
            </a:pPr>
            <a:endParaRPr lang="en-US" sz="1700"/>
          </a:p>
          <a:p>
            <a:pPr marL="0" lvl="0" indent="0" rtl="0">
              <a:spcBef>
                <a:spcPts val="360"/>
              </a:spcBef>
              <a:spcAft>
                <a:spcPts val="0"/>
              </a:spcAft>
              <a:buNone/>
            </a:pPr>
            <a:endParaRPr lang="en-US" sz="170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 name="Flowchart: Document 56">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631" y="0"/>
            <a:ext cx="2436019" cy="3400426"/>
          </a:xfrm>
          <a:prstGeom prst="flowChartDocument">
            <a:avLst/>
          </a:prstGeom>
          <a:solidFill>
            <a:srgbClr val="456B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68A613-4F8B-CD26-B864-04CF63053D22}"/>
              </a:ext>
            </a:extLst>
          </p:cNvPr>
          <p:cNvSpPr>
            <a:spLocks noGrp="1"/>
          </p:cNvSpPr>
          <p:nvPr>
            <p:ph type="ctrTitle"/>
          </p:nvPr>
        </p:nvSpPr>
        <p:spPr>
          <a:xfrm>
            <a:off x="628650" y="171162"/>
            <a:ext cx="2130136" cy="2371148"/>
          </a:xfrm>
        </p:spPr>
        <p:txBody>
          <a:bodyPr vert="horz" lIns="91440" tIns="45720" rIns="91440" bIns="45720" rtlCol="0" anchor="ctr">
            <a:normAutofit/>
          </a:bodyPr>
          <a:lstStyle/>
          <a:p>
            <a:pPr algn="l">
              <a:lnSpc>
                <a:spcPct val="90000"/>
              </a:lnSpc>
              <a:spcBef>
                <a:spcPct val="0"/>
              </a:spcBef>
            </a:pPr>
            <a:r>
              <a:rPr lang="en-US" sz="2800" kern="1200" dirty="0">
                <a:solidFill>
                  <a:srgbClr val="FFFFFF"/>
                </a:solidFill>
                <a:latin typeface="+mj-lt"/>
                <a:ea typeface="+mj-ea"/>
                <a:cs typeface="+mj-cs"/>
              </a:rPr>
              <a:t>Game-Based Learning</a:t>
            </a:r>
          </a:p>
        </p:txBody>
      </p:sp>
      <p:pic>
        <p:nvPicPr>
          <p:cNvPr id="15" name="Picture 14" descr="A diagram of a diagram of a learning process&#10;&#10;Description automatically generated with medium confidence">
            <a:extLst>
              <a:ext uri="{FF2B5EF4-FFF2-40B4-BE49-F238E27FC236}">
                <a16:creationId xmlns:a16="http://schemas.microsoft.com/office/drawing/2014/main" id="{0CF65D22-85CC-6D4D-662B-3C47A2DD7A57}"/>
              </a:ext>
            </a:extLst>
          </p:cNvPr>
          <p:cNvPicPr>
            <a:picLocks noChangeAspect="1"/>
          </p:cNvPicPr>
          <p:nvPr/>
        </p:nvPicPr>
        <p:blipFill>
          <a:blip r:embed="rId2"/>
          <a:stretch>
            <a:fillRect/>
          </a:stretch>
        </p:blipFill>
        <p:spPr>
          <a:xfrm>
            <a:off x="3021537" y="986167"/>
            <a:ext cx="6032117" cy="5489225"/>
          </a:xfrm>
          <a:prstGeom prst="rect">
            <a:avLst/>
          </a:prstGeom>
        </p:spPr>
      </p:pic>
    </p:spTree>
    <p:extLst>
      <p:ext uri="{BB962C8B-B14F-4D97-AF65-F5344CB8AC3E}">
        <p14:creationId xmlns:p14="http://schemas.microsoft.com/office/powerpoint/2010/main" val="233156406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282117" y="-253670"/>
            <a:ext cx="137072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668730" y="422146"/>
            <a:ext cx="484026"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7532611" y="655140"/>
            <a:ext cx="515604"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Shape 49">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7017482" y="0"/>
            <a:ext cx="2126518"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2" name="Isosceles Triangle 51">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82258" y="6115501"/>
            <a:ext cx="1120884"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Isosceles Triangle 53">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703060" y="6453143"/>
            <a:ext cx="611177"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a:extLst>
              <a:ext uri="{FF2B5EF4-FFF2-40B4-BE49-F238E27FC236}">
                <a16:creationId xmlns:a16="http://schemas.microsoft.com/office/drawing/2014/main" id="{AFA0B073-018D-7E0F-FD5D-C98AA35DF528}"/>
              </a:ext>
            </a:extLst>
          </p:cNvPr>
          <p:cNvGraphicFramePr>
            <a:graphicFrameLocks noGrp="1"/>
          </p:cNvGraphicFramePr>
          <p:nvPr>
            <p:extLst>
              <p:ext uri="{D42A27DB-BD31-4B8C-83A1-F6EECF244321}">
                <p14:modId xmlns:p14="http://schemas.microsoft.com/office/powerpoint/2010/main" val="1429769220"/>
              </p:ext>
            </p:extLst>
          </p:nvPr>
        </p:nvGraphicFramePr>
        <p:xfrm>
          <a:off x="1577339" y="1048884"/>
          <a:ext cx="5989322" cy="4897796"/>
        </p:xfrm>
        <a:graphic>
          <a:graphicData uri="http://schemas.openxmlformats.org/drawingml/2006/table">
            <a:tbl>
              <a:tblPr firstRow="1" bandRow="1">
                <a:tableStyleId>{616DA210-FB5B-4158-B5E0-FEB733F419BA}</a:tableStyleId>
              </a:tblPr>
              <a:tblGrid>
                <a:gridCol w="2994661">
                  <a:extLst>
                    <a:ext uri="{9D8B030D-6E8A-4147-A177-3AD203B41FA5}">
                      <a16:colId xmlns:a16="http://schemas.microsoft.com/office/drawing/2014/main" val="381009128"/>
                    </a:ext>
                  </a:extLst>
                </a:gridCol>
                <a:gridCol w="2994661">
                  <a:extLst>
                    <a:ext uri="{9D8B030D-6E8A-4147-A177-3AD203B41FA5}">
                      <a16:colId xmlns:a16="http://schemas.microsoft.com/office/drawing/2014/main" val="525349506"/>
                    </a:ext>
                  </a:extLst>
                </a:gridCol>
              </a:tblGrid>
              <a:tr h="717505">
                <a:tc>
                  <a:txBody>
                    <a:bodyPr/>
                    <a:lstStyle/>
                    <a:p>
                      <a:pPr algn="ctr"/>
                      <a:r>
                        <a:rPr lang="en-US" sz="1800">
                          <a:solidFill>
                            <a:schemeClr val="bg1"/>
                          </a:solidFill>
                        </a:rPr>
                        <a:t>Game</a:t>
                      </a:r>
                      <a:endParaRPr lang="en-IL" sz="1800">
                        <a:solidFill>
                          <a:schemeClr val="bg1"/>
                        </a:solidFill>
                      </a:endParaRPr>
                    </a:p>
                  </a:txBody>
                  <a:tcPr anchor="ctr">
                    <a:lnL w="38100" cap="flat" cmpd="sng" algn="ctr">
                      <a:solidFill>
                        <a:schemeClr val="bg1">
                          <a:lumMod val="85000"/>
                        </a:schemeClr>
                      </a:solidFill>
                      <a:prstDash val="solid"/>
                      <a:round/>
                      <a:headEnd type="none" w="med" len="med"/>
                      <a:tailEnd type="none" w="med" len="med"/>
                    </a:lnL>
                    <a:lnR w="5715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57150" cap="flat" cmpd="sng" algn="ctr">
                      <a:solidFill>
                        <a:schemeClr val="bg1">
                          <a:lumMod val="85000"/>
                        </a:schemeClr>
                      </a:solidFill>
                      <a:prstDash val="solid"/>
                      <a:round/>
                      <a:headEnd type="none" w="med" len="med"/>
                      <a:tailEnd type="none" w="med" len="med"/>
                    </a:lnB>
                    <a:solidFill>
                      <a:srgbClr val="AC9AC2"/>
                    </a:solidFill>
                  </a:tcPr>
                </a:tc>
                <a:tc>
                  <a:txBody>
                    <a:bodyPr/>
                    <a:lstStyle/>
                    <a:p>
                      <a:pPr algn="ctr"/>
                      <a:r>
                        <a:rPr lang="en-US" sz="1800">
                          <a:solidFill>
                            <a:schemeClr val="bg1"/>
                          </a:solidFill>
                        </a:rPr>
                        <a:t>Game-Based Learning</a:t>
                      </a:r>
                      <a:endParaRPr lang="en-IL" sz="1800">
                        <a:solidFill>
                          <a:schemeClr val="bg1"/>
                        </a:solidFill>
                      </a:endParaRPr>
                    </a:p>
                  </a:txBody>
                  <a:tcPr anchor="ctr">
                    <a:lnL w="57150" cap="flat" cmpd="sng" algn="ctr">
                      <a:solidFill>
                        <a:schemeClr val="bg1">
                          <a:lumMod val="85000"/>
                        </a:schemeClr>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38100" cap="flat" cmpd="sng" algn="ctr">
                      <a:solidFill>
                        <a:schemeClr val="bg1">
                          <a:lumMod val="85000"/>
                        </a:schemeClr>
                      </a:solidFill>
                      <a:prstDash val="solid"/>
                      <a:round/>
                      <a:headEnd type="none" w="med" len="med"/>
                      <a:tailEnd type="none" w="med" len="med"/>
                    </a:lnT>
                    <a:lnB w="57150" cap="flat" cmpd="sng" algn="ctr">
                      <a:solidFill>
                        <a:schemeClr val="bg1">
                          <a:lumMod val="85000"/>
                        </a:schemeClr>
                      </a:solidFill>
                      <a:prstDash val="solid"/>
                      <a:round/>
                      <a:headEnd type="none" w="med" len="med"/>
                      <a:tailEnd type="none" w="med" len="med"/>
                    </a:lnB>
                    <a:solidFill>
                      <a:srgbClr val="B2CB7F"/>
                    </a:solidFill>
                  </a:tcPr>
                </a:tc>
                <a:extLst>
                  <a:ext uri="{0D108BD9-81ED-4DB2-BD59-A6C34878D82A}">
                    <a16:rowId xmlns:a16="http://schemas.microsoft.com/office/drawing/2014/main" val="645081566"/>
                  </a:ext>
                </a:extLst>
              </a:tr>
              <a:tr h="884848">
                <a:tc>
                  <a:txBody>
                    <a:bodyPr/>
                    <a:lstStyle/>
                    <a:p>
                      <a:r>
                        <a:rPr lang="en-US" sz="1400">
                          <a:latin typeface="Bierstadt" panose="020B0004020202020204" pitchFamily="34" charset="0"/>
                        </a:rPr>
                        <a:t>Games are just for fun, and may or may not have defined rules or objective</a:t>
                      </a:r>
                      <a:endParaRPr lang="en-IL" sz="1400">
                        <a:latin typeface="Bierstadt" panose="020B0004020202020204" pitchFamily="34" charset="0"/>
                      </a:endParaRPr>
                    </a:p>
                  </a:txBody>
                  <a:tcPr>
                    <a:lnL w="38100" cap="flat" cmpd="sng" algn="ctr">
                      <a:solidFill>
                        <a:schemeClr val="bg1">
                          <a:lumMod val="85000"/>
                        </a:schemeClr>
                      </a:solidFill>
                      <a:prstDash val="solid"/>
                      <a:round/>
                      <a:headEnd type="none" w="med" len="med"/>
                      <a:tailEnd type="none" w="med" len="med"/>
                    </a:lnL>
                    <a:lnR w="57150" cap="flat" cmpd="sng" algn="ctr">
                      <a:solidFill>
                        <a:schemeClr val="bg1">
                          <a:lumMod val="85000"/>
                        </a:schemeClr>
                      </a:solidFill>
                      <a:prstDash val="solid"/>
                      <a:round/>
                      <a:headEnd type="none" w="med" len="med"/>
                      <a:tailEnd type="none" w="med" len="med"/>
                    </a:lnR>
                    <a:lnT w="57150" cap="flat" cmpd="sng" algn="ctr">
                      <a:solidFill>
                        <a:schemeClr val="bg1">
                          <a:lumMod val="85000"/>
                        </a:schemeClr>
                      </a:solidFill>
                      <a:prstDash val="solid"/>
                      <a:round/>
                      <a:headEnd type="none" w="med" len="med"/>
                      <a:tailEnd type="none" w="med" len="med"/>
                    </a:lnT>
                    <a:lnB w="57150" cap="flat" cmpd="sng" algn="ctr">
                      <a:solidFill>
                        <a:schemeClr val="bg1">
                          <a:lumMod val="85000"/>
                        </a:schemeClr>
                      </a:solidFill>
                      <a:prstDash val="solid"/>
                      <a:round/>
                      <a:headEnd type="none" w="med" len="med"/>
                      <a:tailEnd type="none" w="med" len="med"/>
                    </a:lnB>
                    <a:solidFill>
                      <a:schemeClr val="bg1"/>
                    </a:solidFill>
                  </a:tcPr>
                </a:tc>
                <a:tc>
                  <a:txBody>
                    <a:bodyPr/>
                    <a:lstStyle/>
                    <a:p>
                      <a:r>
                        <a:rPr lang="en-US" sz="1400">
                          <a:latin typeface="Bierstadt" panose="020B0004020202020204" pitchFamily="34" charset="0"/>
                        </a:rPr>
                        <a:t>Games have defined learning objective </a:t>
                      </a:r>
                      <a:endParaRPr lang="en-IL" sz="1400">
                        <a:latin typeface="Bierstadt" panose="020B0004020202020204" pitchFamily="34" charset="0"/>
                      </a:endParaRPr>
                    </a:p>
                  </a:txBody>
                  <a:tcPr>
                    <a:lnL w="57150" cap="flat" cmpd="sng" algn="ctr">
                      <a:solidFill>
                        <a:schemeClr val="bg1">
                          <a:lumMod val="85000"/>
                        </a:schemeClr>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57150" cap="flat" cmpd="sng" algn="ctr">
                      <a:solidFill>
                        <a:schemeClr val="bg1">
                          <a:lumMod val="85000"/>
                        </a:schemeClr>
                      </a:solidFill>
                      <a:prstDash val="solid"/>
                      <a:round/>
                      <a:headEnd type="none" w="med" len="med"/>
                      <a:tailEnd type="none" w="med" len="med"/>
                    </a:lnT>
                    <a:lnB w="571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03675003"/>
                  </a:ext>
                </a:extLst>
              </a:tr>
              <a:tr h="1142928">
                <a:tc>
                  <a:txBody>
                    <a:bodyPr/>
                    <a:lstStyle/>
                    <a:p>
                      <a:r>
                        <a:rPr lang="en-US" sz="1400">
                          <a:latin typeface="Bierstadt" panose="020B0004020202020204" pitchFamily="34" charset="0"/>
                        </a:rPr>
                        <a:t>Winning and losing is a part of the game </a:t>
                      </a:r>
                      <a:endParaRPr lang="en-IL" sz="1400">
                        <a:latin typeface="Bierstadt" panose="020B0004020202020204" pitchFamily="34" charset="0"/>
                      </a:endParaRPr>
                    </a:p>
                  </a:txBody>
                  <a:tcPr>
                    <a:lnL w="38100" cap="flat" cmpd="sng" algn="ctr">
                      <a:solidFill>
                        <a:schemeClr val="bg1">
                          <a:lumMod val="85000"/>
                        </a:schemeClr>
                      </a:solidFill>
                      <a:prstDash val="solid"/>
                      <a:round/>
                      <a:headEnd type="none" w="med" len="med"/>
                      <a:tailEnd type="none" w="med" len="med"/>
                    </a:lnL>
                    <a:lnR w="57150" cap="flat" cmpd="sng" algn="ctr">
                      <a:solidFill>
                        <a:schemeClr val="bg1">
                          <a:lumMod val="85000"/>
                        </a:schemeClr>
                      </a:solidFill>
                      <a:prstDash val="solid"/>
                      <a:round/>
                      <a:headEnd type="none" w="med" len="med"/>
                      <a:tailEnd type="none" w="med" len="med"/>
                    </a:lnR>
                    <a:lnT w="57150" cap="flat" cmpd="sng" algn="ctr">
                      <a:solidFill>
                        <a:schemeClr val="bg1">
                          <a:lumMod val="85000"/>
                        </a:schemeClr>
                      </a:solidFill>
                      <a:prstDash val="solid"/>
                      <a:round/>
                      <a:headEnd type="none" w="med" len="med"/>
                      <a:tailEnd type="none" w="med" len="med"/>
                    </a:lnT>
                    <a:lnB w="57150" cap="flat" cmpd="sng" algn="ctr">
                      <a:solidFill>
                        <a:schemeClr val="bg1">
                          <a:lumMod val="85000"/>
                        </a:schemeClr>
                      </a:solidFill>
                      <a:prstDash val="solid"/>
                      <a:round/>
                      <a:headEnd type="none" w="med" len="med"/>
                      <a:tailEnd type="none" w="med" len="med"/>
                    </a:lnB>
                    <a:solidFill>
                      <a:schemeClr val="bg1"/>
                    </a:solidFill>
                  </a:tcPr>
                </a:tc>
                <a:tc>
                  <a:txBody>
                    <a:bodyPr/>
                    <a:lstStyle/>
                    <a:p>
                      <a:r>
                        <a:rPr lang="en-US" sz="1400">
                          <a:latin typeface="Bierstadt" panose="020B0004020202020204" pitchFamily="34" charset="0"/>
                        </a:rPr>
                        <a:t>Losing may or may not be possible because the goal is to motivate people to action and learn as an end result.</a:t>
                      </a:r>
                      <a:endParaRPr lang="en-IL" sz="1400">
                        <a:latin typeface="Bierstadt" panose="020B0004020202020204" pitchFamily="34" charset="0"/>
                      </a:endParaRPr>
                    </a:p>
                  </a:txBody>
                  <a:tcPr>
                    <a:lnL w="57150" cap="flat" cmpd="sng" algn="ctr">
                      <a:solidFill>
                        <a:schemeClr val="bg1">
                          <a:lumMod val="85000"/>
                        </a:schemeClr>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57150" cap="flat" cmpd="sng" algn="ctr">
                      <a:solidFill>
                        <a:schemeClr val="bg1">
                          <a:lumMod val="85000"/>
                        </a:schemeClr>
                      </a:solidFill>
                      <a:prstDash val="solid"/>
                      <a:round/>
                      <a:headEnd type="none" w="med" len="med"/>
                      <a:tailEnd type="none" w="med" len="med"/>
                    </a:lnT>
                    <a:lnB w="571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0908441"/>
                  </a:ext>
                </a:extLst>
              </a:tr>
              <a:tr h="717505">
                <a:tc>
                  <a:txBody>
                    <a:bodyPr/>
                    <a:lstStyle/>
                    <a:p>
                      <a:r>
                        <a:rPr lang="en-US" sz="1400">
                          <a:latin typeface="Bierstadt" panose="020B0004020202020204" pitchFamily="34" charset="0"/>
                        </a:rPr>
                        <a:t>Game play comes first, rewards are secondary</a:t>
                      </a:r>
                      <a:endParaRPr lang="en-IL" sz="1400">
                        <a:latin typeface="Bierstadt" panose="020B0004020202020204" pitchFamily="34" charset="0"/>
                      </a:endParaRPr>
                    </a:p>
                  </a:txBody>
                  <a:tcPr>
                    <a:lnL w="38100" cap="flat" cmpd="sng" algn="ctr">
                      <a:solidFill>
                        <a:schemeClr val="bg1">
                          <a:lumMod val="85000"/>
                        </a:schemeClr>
                      </a:solidFill>
                      <a:prstDash val="solid"/>
                      <a:round/>
                      <a:headEnd type="none" w="med" len="med"/>
                      <a:tailEnd type="none" w="med" len="med"/>
                    </a:lnL>
                    <a:lnR w="57150" cap="flat" cmpd="sng" algn="ctr">
                      <a:solidFill>
                        <a:schemeClr val="bg1">
                          <a:lumMod val="85000"/>
                        </a:schemeClr>
                      </a:solidFill>
                      <a:prstDash val="solid"/>
                      <a:round/>
                      <a:headEnd type="none" w="med" len="med"/>
                      <a:tailEnd type="none" w="med" len="med"/>
                    </a:lnR>
                    <a:lnT w="57150" cap="flat" cmpd="sng" algn="ctr">
                      <a:solidFill>
                        <a:schemeClr val="bg1">
                          <a:lumMod val="85000"/>
                        </a:schemeClr>
                      </a:solidFill>
                      <a:prstDash val="solid"/>
                      <a:round/>
                      <a:headEnd type="none" w="med" len="med"/>
                      <a:tailEnd type="none" w="med" len="med"/>
                    </a:lnT>
                    <a:lnB w="57150" cap="flat" cmpd="sng" algn="ctr">
                      <a:solidFill>
                        <a:schemeClr val="bg1">
                          <a:lumMod val="85000"/>
                        </a:schemeClr>
                      </a:solidFill>
                      <a:prstDash val="solid"/>
                      <a:round/>
                      <a:headEnd type="none" w="med" len="med"/>
                      <a:tailEnd type="none" w="med" len="med"/>
                    </a:lnB>
                    <a:solidFill>
                      <a:schemeClr val="bg1"/>
                    </a:solidFill>
                  </a:tcPr>
                </a:tc>
                <a:tc>
                  <a:txBody>
                    <a:bodyPr/>
                    <a:lstStyle/>
                    <a:p>
                      <a:r>
                        <a:rPr lang="en-US" sz="1400">
                          <a:latin typeface="Bierstadt" panose="020B0004020202020204" pitchFamily="34" charset="0"/>
                        </a:rPr>
                        <a:t>Sometime just okaying the game is intrinsically rewarding </a:t>
                      </a:r>
                      <a:endParaRPr lang="en-IL" sz="1400">
                        <a:latin typeface="Bierstadt" panose="020B0004020202020204" pitchFamily="34" charset="0"/>
                      </a:endParaRPr>
                    </a:p>
                  </a:txBody>
                  <a:tcPr>
                    <a:lnL w="57150" cap="flat" cmpd="sng" algn="ctr">
                      <a:solidFill>
                        <a:schemeClr val="bg1">
                          <a:lumMod val="85000"/>
                        </a:schemeClr>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57150" cap="flat" cmpd="sng" algn="ctr">
                      <a:solidFill>
                        <a:schemeClr val="bg1">
                          <a:lumMod val="85000"/>
                        </a:schemeClr>
                      </a:solidFill>
                      <a:prstDash val="solid"/>
                      <a:round/>
                      <a:headEnd type="none" w="med" len="med"/>
                      <a:tailEnd type="none" w="med" len="med"/>
                    </a:lnT>
                    <a:lnB w="571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43374336"/>
                  </a:ext>
                </a:extLst>
              </a:tr>
              <a:tr h="717505">
                <a:tc>
                  <a:txBody>
                    <a:bodyPr/>
                    <a:lstStyle/>
                    <a:p>
                      <a:r>
                        <a:rPr lang="en-US" sz="1400">
                          <a:latin typeface="Bierstadt" panose="020B0004020202020204" pitchFamily="34" charset="0"/>
                        </a:rPr>
                        <a:t>Games are usually hard and expensive to build </a:t>
                      </a:r>
                      <a:endParaRPr lang="en-IL" sz="1400">
                        <a:latin typeface="Bierstadt" panose="020B0004020202020204" pitchFamily="34" charset="0"/>
                      </a:endParaRPr>
                    </a:p>
                  </a:txBody>
                  <a:tcPr>
                    <a:lnL w="38100" cap="flat" cmpd="sng" algn="ctr">
                      <a:solidFill>
                        <a:schemeClr val="bg1">
                          <a:lumMod val="85000"/>
                        </a:schemeClr>
                      </a:solidFill>
                      <a:prstDash val="solid"/>
                      <a:round/>
                      <a:headEnd type="none" w="med" len="med"/>
                      <a:tailEnd type="none" w="med" len="med"/>
                    </a:lnL>
                    <a:lnR w="57150" cap="flat" cmpd="sng" algn="ctr">
                      <a:solidFill>
                        <a:schemeClr val="bg1">
                          <a:lumMod val="85000"/>
                        </a:schemeClr>
                      </a:solidFill>
                      <a:prstDash val="solid"/>
                      <a:round/>
                      <a:headEnd type="none" w="med" len="med"/>
                      <a:tailEnd type="none" w="med" len="med"/>
                    </a:lnR>
                    <a:lnT w="57150" cap="flat" cmpd="sng" algn="ctr">
                      <a:solidFill>
                        <a:schemeClr val="bg1">
                          <a:lumMod val="85000"/>
                        </a:schemeClr>
                      </a:solidFill>
                      <a:prstDash val="solid"/>
                      <a:round/>
                      <a:headEnd type="none" w="med" len="med"/>
                      <a:tailEnd type="none" w="med" len="med"/>
                    </a:lnT>
                    <a:lnB w="57150" cap="flat" cmpd="sng" algn="ctr">
                      <a:solidFill>
                        <a:schemeClr val="bg1">
                          <a:lumMod val="85000"/>
                        </a:schemeClr>
                      </a:solidFill>
                      <a:prstDash val="solid"/>
                      <a:round/>
                      <a:headEnd type="none" w="med" len="med"/>
                      <a:tailEnd type="none" w="med" len="med"/>
                    </a:lnB>
                    <a:solidFill>
                      <a:schemeClr val="bg1"/>
                    </a:solidFill>
                  </a:tcPr>
                </a:tc>
                <a:tc>
                  <a:txBody>
                    <a:bodyPr/>
                    <a:lstStyle/>
                    <a:p>
                      <a:r>
                        <a:rPr lang="en-US" sz="1400">
                          <a:latin typeface="Bierstadt" panose="020B0004020202020204" pitchFamily="34" charset="0"/>
                        </a:rPr>
                        <a:t>Are usually hard and expensive to build</a:t>
                      </a:r>
                      <a:endParaRPr lang="en-IL" sz="1400">
                        <a:latin typeface="Bierstadt" panose="020B0004020202020204" pitchFamily="34" charset="0"/>
                      </a:endParaRPr>
                    </a:p>
                  </a:txBody>
                  <a:tcPr>
                    <a:lnL w="57150" cap="flat" cmpd="sng" algn="ctr">
                      <a:solidFill>
                        <a:schemeClr val="bg1">
                          <a:lumMod val="85000"/>
                        </a:schemeClr>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57150" cap="flat" cmpd="sng" algn="ctr">
                      <a:solidFill>
                        <a:schemeClr val="bg1">
                          <a:lumMod val="85000"/>
                        </a:schemeClr>
                      </a:solidFill>
                      <a:prstDash val="solid"/>
                      <a:round/>
                      <a:headEnd type="none" w="med" len="med"/>
                      <a:tailEnd type="none" w="med" len="med"/>
                    </a:lnT>
                    <a:lnB w="571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80144672"/>
                  </a:ext>
                </a:extLst>
              </a:tr>
              <a:tr h="717505">
                <a:tc>
                  <a:txBody>
                    <a:bodyPr/>
                    <a:lstStyle/>
                    <a:p>
                      <a:r>
                        <a:rPr lang="en-US" sz="1400">
                          <a:latin typeface="Bierstadt" panose="020B0004020202020204" pitchFamily="34" charset="0"/>
                        </a:rPr>
                        <a:t>Story and scenes are part of the game</a:t>
                      </a:r>
                      <a:endParaRPr lang="en-IL" sz="1400">
                        <a:latin typeface="Bierstadt" panose="020B0004020202020204" pitchFamily="34" charset="0"/>
                      </a:endParaRPr>
                    </a:p>
                  </a:txBody>
                  <a:tcPr>
                    <a:lnL w="38100" cap="flat" cmpd="sng" algn="ctr">
                      <a:solidFill>
                        <a:schemeClr val="bg1">
                          <a:lumMod val="85000"/>
                        </a:schemeClr>
                      </a:solidFill>
                      <a:prstDash val="solid"/>
                      <a:round/>
                      <a:headEnd type="none" w="med" len="med"/>
                      <a:tailEnd type="none" w="med" len="med"/>
                    </a:lnL>
                    <a:lnR w="57150" cap="flat" cmpd="sng" algn="ctr">
                      <a:solidFill>
                        <a:schemeClr val="bg1">
                          <a:lumMod val="85000"/>
                        </a:schemeClr>
                      </a:solidFill>
                      <a:prstDash val="solid"/>
                      <a:round/>
                      <a:headEnd type="none" w="med" len="med"/>
                      <a:tailEnd type="none" w="med" len="med"/>
                    </a:lnR>
                    <a:lnT w="5715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solidFill>
                      <a:schemeClr val="bg1"/>
                    </a:solidFill>
                  </a:tcPr>
                </a:tc>
                <a:tc>
                  <a:txBody>
                    <a:bodyPr/>
                    <a:lstStyle/>
                    <a:p>
                      <a:r>
                        <a:rPr lang="en-US" sz="1400">
                          <a:latin typeface="Bierstadt" panose="020B0004020202020204" pitchFamily="34" charset="0"/>
                        </a:rPr>
                        <a:t>Content is usually morphed to fit the learning objective of the game </a:t>
                      </a:r>
                      <a:endParaRPr lang="en-IL" sz="1400">
                        <a:latin typeface="Bierstadt" panose="020B0004020202020204" pitchFamily="34" charset="0"/>
                      </a:endParaRPr>
                    </a:p>
                  </a:txBody>
                  <a:tcPr>
                    <a:lnL w="57150" cap="flat" cmpd="sng" algn="ctr">
                      <a:solidFill>
                        <a:schemeClr val="bg1">
                          <a:lumMod val="85000"/>
                        </a:schemeClr>
                      </a:solidFill>
                      <a:prstDash val="solid"/>
                      <a:round/>
                      <a:headEnd type="none" w="med" len="med"/>
                      <a:tailEnd type="none" w="med" len="med"/>
                    </a:lnL>
                    <a:lnR w="38100" cap="flat" cmpd="sng" algn="ctr">
                      <a:solidFill>
                        <a:schemeClr val="bg1">
                          <a:lumMod val="85000"/>
                        </a:schemeClr>
                      </a:solidFill>
                      <a:prstDash val="solid"/>
                      <a:round/>
                      <a:headEnd type="none" w="med" len="med"/>
                      <a:tailEnd type="none" w="med" len="med"/>
                    </a:lnR>
                    <a:lnT w="57150" cap="flat" cmpd="sng" algn="ctr">
                      <a:solidFill>
                        <a:schemeClr val="bg1">
                          <a:lumMod val="85000"/>
                        </a:schemeClr>
                      </a:solidFill>
                      <a:prstDash val="solid"/>
                      <a:round/>
                      <a:headEnd type="none" w="med" len="med"/>
                      <a:tailEnd type="none" w="med" len="med"/>
                    </a:lnT>
                    <a:lnB w="381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07531179"/>
                  </a:ext>
                </a:extLst>
              </a:tr>
            </a:tbl>
          </a:graphicData>
        </a:graphic>
      </p:graphicFrame>
    </p:spTree>
    <p:extLst>
      <p:ext uri="{BB962C8B-B14F-4D97-AF65-F5344CB8AC3E}">
        <p14:creationId xmlns:p14="http://schemas.microsoft.com/office/powerpoint/2010/main" val="4198463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logo with a circle and a circle&#10;&#10;Description automatically generated">
            <a:extLst>
              <a:ext uri="{FF2B5EF4-FFF2-40B4-BE49-F238E27FC236}">
                <a16:creationId xmlns:a16="http://schemas.microsoft.com/office/drawing/2014/main" id="{E87F45A2-F64B-5F25-3C64-02592E61882D}"/>
              </a:ext>
            </a:extLst>
          </p:cNvPr>
          <p:cNvPicPr>
            <a:picLocks noChangeAspect="1"/>
          </p:cNvPicPr>
          <p:nvPr/>
        </p:nvPicPr>
        <p:blipFill>
          <a:blip r:embed="rId3"/>
          <a:stretch>
            <a:fillRect/>
          </a:stretch>
        </p:blipFill>
        <p:spPr>
          <a:xfrm>
            <a:off x="0" y="2055275"/>
            <a:ext cx="9144000" cy="2747447"/>
          </a:xfrm>
          <a:prstGeom prst="rect">
            <a:avLst/>
          </a:prstGeom>
        </p:spPr>
      </p:pic>
      <p:sp>
        <p:nvSpPr>
          <p:cNvPr id="2" name="Title 1">
            <a:extLst>
              <a:ext uri="{FF2B5EF4-FFF2-40B4-BE49-F238E27FC236}">
                <a16:creationId xmlns:a16="http://schemas.microsoft.com/office/drawing/2014/main" id="{C1FFA0CC-E8B1-637C-6E1D-AB125301FD7E}"/>
              </a:ext>
            </a:extLst>
          </p:cNvPr>
          <p:cNvSpPr>
            <a:spLocks noGrp="1"/>
          </p:cNvSpPr>
          <p:nvPr>
            <p:ph type="ctrTitle"/>
          </p:nvPr>
        </p:nvSpPr>
        <p:spPr>
          <a:xfrm>
            <a:off x="0" y="0"/>
            <a:ext cx="3190875" cy="1470000"/>
          </a:xfrm>
        </p:spPr>
        <p:txBody>
          <a:bodyPr>
            <a:normAutofit/>
          </a:bodyPr>
          <a:lstStyle/>
          <a:p>
            <a:r>
              <a:rPr lang="en-US" sz="3200" dirty="0">
                <a:solidFill>
                  <a:schemeClr val="accent1">
                    <a:lumMod val="75000"/>
                  </a:schemeClr>
                </a:solidFill>
              </a:rPr>
              <a:t>Example of GBL</a:t>
            </a:r>
          </a:p>
        </p:txBody>
      </p:sp>
      <p:pic>
        <p:nvPicPr>
          <p:cNvPr id="7" name="Picture 6">
            <a:extLst>
              <a:ext uri="{FF2B5EF4-FFF2-40B4-BE49-F238E27FC236}">
                <a16:creationId xmlns:a16="http://schemas.microsoft.com/office/drawing/2014/main" id="{0BEE247D-5677-51EF-F05C-FDD699C32AB9}"/>
              </a:ext>
            </a:extLst>
          </p:cNvPr>
          <p:cNvPicPr>
            <a:picLocks noChangeAspect="1"/>
          </p:cNvPicPr>
          <p:nvPr/>
        </p:nvPicPr>
        <p:blipFill>
          <a:blip r:embed="rId4"/>
          <a:stretch>
            <a:fillRect/>
          </a:stretch>
        </p:blipFill>
        <p:spPr>
          <a:xfrm>
            <a:off x="0" y="0"/>
            <a:ext cx="9144000" cy="6858000"/>
          </a:xfrm>
          <a:prstGeom prst="rect">
            <a:avLst/>
          </a:prstGeom>
        </p:spPr>
      </p:pic>
      <p:pic>
        <p:nvPicPr>
          <p:cNvPr id="9" name="Picture 8">
            <a:extLst>
              <a:ext uri="{FF2B5EF4-FFF2-40B4-BE49-F238E27FC236}">
                <a16:creationId xmlns:a16="http://schemas.microsoft.com/office/drawing/2014/main" id="{E8B29DFA-8C23-58C1-39B1-C827F25CCCC3}"/>
              </a:ext>
            </a:extLst>
          </p:cNvPr>
          <p:cNvPicPr>
            <a:picLocks noChangeAspect="1"/>
          </p:cNvPicPr>
          <p:nvPr/>
        </p:nvPicPr>
        <p:blipFill>
          <a:blip r:embed="rId5"/>
          <a:stretch>
            <a:fillRect/>
          </a:stretch>
        </p:blipFill>
        <p:spPr>
          <a:xfrm>
            <a:off x="-10369" y="-2"/>
            <a:ext cx="9154369" cy="6858000"/>
          </a:xfrm>
          <a:prstGeom prst="rect">
            <a:avLst/>
          </a:prstGeom>
        </p:spPr>
      </p:pic>
    </p:spTree>
    <p:extLst>
      <p:ext uri="{BB962C8B-B14F-4D97-AF65-F5344CB8AC3E}">
        <p14:creationId xmlns:p14="http://schemas.microsoft.com/office/powerpoint/2010/main" val="181464754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67F378D-A000-47AE-83B2-D9954D8C94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48E26863-5660-4928-984A-CA2CFC8F6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2235" y="746626"/>
            <a:ext cx="2631028" cy="3365476"/>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ectangle 6">
            <a:extLst>
              <a:ext uri="{FF2B5EF4-FFF2-40B4-BE49-F238E27FC236}">
                <a16:creationId xmlns:a16="http://schemas.microsoft.com/office/drawing/2014/main" id="{D7538F2A-6532-4E38-8354-21841BB0B4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57548" y="580586"/>
            <a:ext cx="770262" cy="258262"/>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52F31131-35FC-4834-8E62-1D9DA3BE2A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80611" y="746626"/>
            <a:ext cx="2631027" cy="3365476"/>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E7AD7F70-85A5-463C-9B1F-3182B60F86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16927" y="746626"/>
            <a:ext cx="2633472" cy="3365476"/>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Rectangle 6">
            <a:extLst>
              <a:ext uri="{FF2B5EF4-FFF2-40B4-BE49-F238E27FC236}">
                <a16:creationId xmlns:a16="http://schemas.microsoft.com/office/drawing/2014/main" id="{E5F002A4-1B0E-473E-AD7B-8346FB83B4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438816" y="2332515"/>
            <a:ext cx="1027015" cy="193697"/>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Freeform: Shape 13">
            <a:extLst>
              <a:ext uri="{FF2B5EF4-FFF2-40B4-BE49-F238E27FC236}">
                <a16:creationId xmlns:a16="http://schemas.microsoft.com/office/drawing/2014/main" id="{13AF7514-9DD7-4ADB-84DF-5D8B61E735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39" y="4298302"/>
            <a:ext cx="9143999" cy="2559698"/>
          </a:xfrm>
          <a:custGeom>
            <a:avLst/>
            <a:gdLst>
              <a:gd name="connsiteX0" fmla="*/ 1462415 w 12192000"/>
              <a:gd name="connsiteY0" fmla="*/ 0 h 2685062"/>
              <a:gd name="connsiteX1" fmla="*/ 1494432 w 12192000"/>
              <a:gd name="connsiteY1" fmla="*/ 2457 h 2685062"/>
              <a:gd name="connsiteX2" fmla="*/ 1523667 w 12192000"/>
              <a:gd name="connsiteY2" fmla="*/ 11778 h 2685062"/>
              <a:gd name="connsiteX3" fmla="*/ 1523067 w 12192000"/>
              <a:gd name="connsiteY3" fmla="*/ 14207 h 2685062"/>
              <a:gd name="connsiteX4" fmla="*/ 1527695 w 12192000"/>
              <a:gd name="connsiteY4" fmla="*/ 15715 h 2685062"/>
              <a:gd name="connsiteX5" fmla="*/ 1532258 w 12192000"/>
              <a:gd name="connsiteY5" fmla="*/ 14518 h 2685062"/>
              <a:gd name="connsiteX6" fmla="*/ 1537796 w 12192000"/>
              <a:gd name="connsiteY6" fmla="*/ 16283 h 2685062"/>
              <a:gd name="connsiteX7" fmla="*/ 1553041 w 12192000"/>
              <a:gd name="connsiteY7" fmla="*/ 20452 h 2685062"/>
              <a:gd name="connsiteX8" fmla="*/ 1557495 w 12192000"/>
              <a:gd name="connsiteY8" fmla="*/ 25861 h 2685062"/>
              <a:gd name="connsiteX9" fmla="*/ 1617448 w 12192000"/>
              <a:gd name="connsiteY9" fmla="*/ 40977 h 2685062"/>
              <a:gd name="connsiteX10" fmla="*/ 1636697 w 12192000"/>
              <a:gd name="connsiteY10" fmla="*/ 39108 h 2685062"/>
              <a:gd name="connsiteX11" fmla="*/ 1657286 w 12192000"/>
              <a:gd name="connsiteY11" fmla="*/ 49000 h 2685062"/>
              <a:gd name="connsiteX12" fmla="*/ 1719191 w 12192000"/>
              <a:gd name="connsiteY12" fmla="*/ 56920 h 2685062"/>
              <a:gd name="connsiteX13" fmla="*/ 1787126 w 12192000"/>
              <a:gd name="connsiteY13" fmla="*/ 71960 h 2685062"/>
              <a:gd name="connsiteX14" fmla="*/ 1834555 w 12192000"/>
              <a:gd name="connsiteY14" fmla="*/ 86590 h 2685062"/>
              <a:gd name="connsiteX15" fmla="*/ 1966070 w 12192000"/>
              <a:gd name="connsiteY15" fmla="*/ 103987 h 2685062"/>
              <a:gd name="connsiteX16" fmla="*/ 2188582 w 12192000"/>
              <a:gd name="connsiteY16" fmla="*/ 124532 h 2685062"/>
              <a:gd name="connsiteX17" fmla="*/ 2234811 w 12192000"/>
              <a:gd name="connsiteY17" fmla="*/ 130739 h 2685062"/>
              <a:gd name="connsiteX18" fmla="*/ 2270005 w 12192000"/>
              <a:gd name="connsiteY18" fmla="*/ 143358 h 2685062"/>
              <a:gd name="connsiteX19" fmla="*/ 2274208 w 12192000"/>
              <a:gd name="connsiteY19" fmla="*/ 152634 h 2685062"/>
              <a:gd name="connsiteX20" fmla="*/ 2298905 w 12192000"/>
              <a:gd name="connsiteY20" fmla="*/ 157215 h 2685062"/>
              <a:gd name="connsiteX21" fmla="*/ 2304521 w 12192000"/>
              <a:gd name="connsiteY21" fmla="*/ 159957 h 2685062"/>
              <a:gd name="connsiteX22" fmla="*/ 2337696 w 12192000"/>
              <a:gd name="connsiteY22" fmla="*/ 174150 h 2685062"/>
              <a:gd name="connsiteX23" fmla="*/ 2432112 w 12192000"/>
              <a:gd name="connsiteY23" fmla="*/ 166646 h 2685062"/>
              <a:gd name="connsiteX24" fmla="*/ 2500149 w 12192000"/>
              <a:gd name="connsiteY24" fmla="*/ 168723 h 2685062"/>
              <a:gd name="connsiteX25" fmla="*/ 2504776 w 12192000"/>
              <a:gd name="connsiteY25" fmla="*/ 171455 h 2685062"/>
              <a:gd name="connsiteX26" fmla="*/ 2507358 w 12192000"/>
              <a:gd name="connsiteY26" fmla="*/ 177677 h 2685062"/>
              <a:gd name="connsiteX27" fmla="*/ 2518847 w 12192000"/>
              <a:gd name="connsiteY27" fmla="*/ 180936 h 2685062"/>
              <a:gd name="connsiteX28" fmla="*/ 2528864 w 12192000"/>
              <a:gd name="connsiteY28" fmla="*/ 188517 h 2685062"/>
              <a:gd name="connsiteX29" fmla="*/ 2938613 w 12192000"/>
              <a:gd name="connsiteY29" fmla="*/ 248764 h 2685062"/>
              <a:gd name="connsiteX30" fmla="*/ 3132513 w 12192000"/>
              <a:gd name="connsiteY30" fmla="*/ 229282 h 2685062"/>
              <a:gd name="connsiteX31" fmla="*/ 3208657 w 12192000"/>
              <a:gd name="connsiteY31" fmla="*/ 230814 h 2685062"/>
              <a:gd name="connsiteX32" fmla="*/ 3217904 w 12192000"/>
              <a:gd name="connsiteY32" fmla="*/ 237375 h 2685062"/>
              <a:gd name="connsiteX33" fmla="*/ 3330150 w 12192000"/>
              <a:gd name="connsiteY33" fmla="*/ 214762 h 2685062"/>
              <a:gd name="connsiteX34" fmla="*/ 3480527 w 12192000"/>
              <a:gd name="connsiteY34" fmla="*/ 231960 h 2685062"/>
              <a:gd name="connsiteX35" fmla="*/ 3591806 w 12192000"/>
              <a:gd name="connsiteY35" fmla="*/ 253003 h 2685062"/>
              <a:gd name="connsiteX36" fmla="*/ 3655143 w 12192000"/>
              <a:gd name="connsiteY36" fmla="*/ 261318 h 2685062"/>
              <a:gd name="connsiteX37" fmla="*/ 3700191 w 12192000"/>
              <a:gd name="connsiteY37" fmla="*/ 271235 h 2685062"/>
              <a:gd name="connsiteX38" fmla="*/ 3820459 w 12192000"/>
              <a:gd name="connsiteY38" fmla="*/ 275675 h 2685062"/>
              <a:gd name="connsiteX39" fmla="*/ 4022158 w 12192000"/>
              <a:gd name="connsiteY39" fmla="*/ 274341 h 2685062"/>
              <a:gd name="connsiteX40" fmla="*/ 4164508 w 12192000"/>
              <a:gd name="connsiteY40" fmla="*/ 309117 h 2685062"/>
              <a:gd name="connsiteX41" fmla="*/ 4246843 w 12192000"/>
              <a:gd name="connsiteY41" fmla="*/ 292417 h 2685062"/>
              <a:gd name="connsiteX42" fmla="*/ 4337133 w 12192000"/>
              <a:gd name="connsiteY42" fmla="*/ 304707 h 2685062"/>
              <a:gd name="connsiteX43" fmla="*/ 4696109 w 12192000"/>
              <a:gd name="connsiteY43" fmla="*/ 300060 h 2685062"/>
              <a:gd name="connsiteX44" fmla="*/ 4928090 w 12192000"/>
              <a:gd name="connsiteY44" fmla="*/ 291457 h 2685062"/>
              <a:gd name="connsiteX45" fmla="*/ 4960316 w 12192000"/>
              <a:gd name="connsiteY45" fmla="*/ 287841 h 2685062"/>
              <a:gd name="connsiteX46" fmla="*/ 4960840 w 12192000"/>
              <a:gd name="connsiteY46" fmla="*/ 285406 h 2685062"/>
              <a:gd name="connsiteX47" fmla="*/ 4965958 w 12192000"/>
              <a:gd name="connsiteY47" fmla="*/ 284802 h 2685062"/>
              <a:gd name="connsiteX48" fmla="*/ 4969785 w 12192000"/>
              <a:gd name="connsiteY48" fmla="*/ 286778 h 2685062"/>
              <a:gd name="connsiteX49" fmla="*/ 4975889 w 12192000"/>
              <a:gd name="connsiteY49" fmla="*/ 286093 h 2685062"/>
              <a:gd name="connsiteX50" fmla="*/ 4992382 w 12192000"/>
              <a:gd name="connsiteY50" fmla="*/ 284871 h 2685062"/>
              <a:gd name="connsiteX51" fmla="*/ 4999094 w 12192000"/>
              <a:gd name="connsiteY51" fmla="*/ 280499 h 2685062"/>
              <a:gd name="connsiteX52" fmla="*/ 5080965 w 12192000"/>
              <a:gd name="connsiteY52" fmla="*/ 282208 h 2685062"/>
              <a:gd name="connsiteX53" fmla="*/ 5105166 w 12192000"/>
              <a:gd name="connsiteY53" fmla="*/ 276473 h 2685062"/>
              <a:gd name="connsiteX54" fmla="*/ 5168054 w 12192000"/>
              <a:gd name="connsiteY54" fmla="*/ 280137 h 2685062"/>
              <a:gd name="connsiteX55" fmla="*/ 5239940 w 12192000"/>
              <a:gd name="connsiteY55" fmla="*/ 278079 h 2685062"/>
              <a:gd name="connsiteX56" fmla="*/ 5291998 w 12192000"/>
              <a:gd name="connsiteY56" fmla="*/ 272685 h 2685062"/>
              <a:gd name="connsiteX57" fmla="*/ 5425861 w 12192000"/>
              <a:gd name="connsiteY57" fmla="*/ 279926 h 2685062"/>
              <a:gd name="connsiteX58" fmla="*/ 5648321 w 12192000"/>
              <a:gd name="connsiteY58" fmla="*/ 300693 h 2685062"/>
              <a:gd name="connsiteX59" fmla="*/ 5695414 w 12192000"/>
              <a:gd name="connsiteY59" fmla="*/ 303150 h 2685062"/>
              <a:gd name="connsiteX60" fmla="*/ 5743064 w 12192000"/>
              <a:gd name="connsiteY60" fmla="*/ 289335 h 2685062"/>
              <a:gd name="connsiteX61" fmla="*/ 5768797 w 12192000"/>
              <a:gd name="connsiteY61" fmla="*/ 289436 h 2685062"/>
              <a:gd name="connsiteX62" fmla="*/ 5775419 w 12192000"/>
              <a:gd name="connsiteY62" fmla="*/ 287831 h 2685062"/>
              <a:gd name="connsiteX63" fmla="*/ 5813624 w 12192000"/>
              <a:gd name="connsiteY63" fmla="*/ 280263 h 2685062"/>
              <a:gd name="connsiteX64" fmla="*/ 5900676 w 12192000"/>
              <a:gd name="connsiteY64" fmla="*/ 304615 h 2685062"/>
              <a:gd name="connsiteX65" fmla="*/ 5966795 w 12192000"/>
              <a:gd name="connsiteY65" fmla="*/ 314993 h 2685062"/>
              <a:gd name="connsiteX66" fmla="*/ 5972463 w 12192000"/>
              <a:gd name="connsiteY66" fmla="*/ 313217 h 2685062"/>
              <a:gd name="connsiteX67" fmla="*/ 5977754 w 12192000"/>
              <a:gd name="connsiteY67" fmla="*/ 307726 h 2685062"/>
              <a:gd name="connsiteX68" fmla="*/ 5990232 w 12192000"/>
              <a:gd name="connsiteY68" fmla="*/ 306694 h 2685062"/>
              <a:gd name="connsiteX69" fmla="*/ 6003260 w 12192000"/>
              <a:gd name="connsiteY69" fmla="*/ 301250 h 2685062"/>
              <a:gd name="connsiteX70" fmla="*/ 6398655 w 12192000"/>
              <a:gd name="connsiteY70" fmla="*/ 340447 h 2685062"/>
              <a:gd name="connsiteX71" fmla="*/ 6477250 w 12192000"/>
              <a:gd name="connsiteY71" fmla="*/ 370643 h 2685062"/>
              <a:gd name="connsiteX72" fmla="*/ 6599996 w 12192000"/>
              <a:gd name="connsiteY72" fmla="*/ 371929 h 2685062"/>
              <a:gd name="connsiteX73" fmla="*/ 6673632 w 12192000"/>
              <a:gd name="connsiteY73" fmla="*/ 384303 h 2685062"/>
              <a:gd name="connsiteX74" fmla="*/ 6685461 w 12192000"/>
              <a:gd name="connsiteY74" fmla="*/ 379698 h 2685062"/>
              <a:gd name="connsiteX75" fmla="*/ 6782761 w 12192000"/>
              <a:gd name="connsiteY75" fmla="*/ 421766 h 2685062"/>
              <a:gd name="connsiteX76" fmla="*/ 6934599 w 12192000"/>
              <a:gd name="connsiteY76" fmla="*/ 432626 h 2685062"/>
              <a:gd name="connsiteX77" fmla="*/ 7050728 w 12192000"/>
              <a:gd name="connsiteY77" fmla="*/ 432695 h 2685062"/>
              <a:gd name="connsiteX78" fmla="*/ 7115167 w 12192000"/>
              <a:gd name="connsiteY78" fmla="*/ 436243 h 2685062"/>
              <a:gd name="connsiteX79" fmla="*/ 7162809 w 12192000"/>
              <a:gd name="connsiteY79" fmla="*/ 434931 h 2685062"/>
              <a:gd name="connsiteX80" fmla="*/ 7280034 w 12192000"/>
              <a:gd name="connsiteY80" fmla="*/ 452539 h 2685062"/>
              <a:gd name="connsiteX81" fmla="*/ 7472654 w 12192000"/>
              <a:gd name="connsiteY81" fmla="*/ 490482 h 2685062"/>
              <a:gd name="connsiteX82" fmla="*/ 7696080 w 12192000"/>
              <a:gd name="connsiteY82" fmla="*/ 514010 h 2685062"/>
              <a:gd name="connsiteX83" fmla="*/ 7788139 w 12192000"/>
              <a:gd name="connsiteY83" fmla="*/ 518649 h 2685062"/>
              <a:gd name="connsiteX84" fmla="*/ 8227756 w 12192000"/>
              <a:gd name="connsiteY84" fmla="*/ 558548 h 2685062"/>
              <a:gd name="connsiteX85" fmla="*/ 8328859 w 12192000"/>
              <a:gd name="connsiteY85" fmla="*/ 582867 h 2685062"/>
              <a:gd name="connsiteX86" fmla="*/ 8532898 w 12192000"/>
              <a:gd name="connsiteY86" fmla="*/ 668282 h 2685062"/>
              <a:gd name="connsiteX87" fmla="*/ 8792925 w 12192000"/>
              <a:gd name="connsiteY87" fmla="*/ 701900 h 2685062"/>
              <a:gd name="connsiteX88" fmla="*/ 8809491 w 12192000"/>
              <a:gd name="connsiteY88" fmla="*/ 717262 h 2685062"/>
              <a:gd name="connsiteX89" fmla="*/ 8814066 w 12192000"/>
              <a:gd name="connsiteY89" fmla="*/ 719410 h 2685062"/>
              <a:gd name="connsiteX90" fmla="*/ 8815751 w 12192000"/>
              <a:gd name="connsiteY90" fmla="*/ 718686 h 2685062"/>
              <a:gd name="connsiteX91" fmla="*/ 8840540 w 12192000"/>
              <a:gd name="connsiteY91" fmla="*/ 717083 h 2685062"/>
              <a:gd name="connsiteX92" fmla="*/ 8897062 w 12192000"/>
              <a:gd name="connsiteY92" fmla="*/ 697553 h 2685062"/>
              <a:gd name="connsiteX93" fmla="*/ 8965922 w 12192000"/>
              <a:gd name="connsiteY93" fmla="*/ 672885 h 2685062"/>
              <a:gd name="connsiteX94" fmla="*/ 9016694 w 12192000"/>
              <a:gd name="connsiteY94" fmla="*/ 669496 h 2685062"/>
              <a:gd name="connsiteX95" fmla="*/ 9139695 w 12192000"/>
              <a:gd name="connsiteY95" fmla="*/ 648174 h 2685062"/>
              <a:gd name="connsiteX96" fmla="*/ 9219129 w 12192000"/>
              <a:gd name="connsiteY96" fmla="*/ 639013 h 2685062"/>
              <a:gd name="connsiteX97" fmla="*/ 9221354 w 12192000"/>
              <a:gd name="connsiteY97" fmla="*/ 638501 h 2685062"/>
              <a:gd name="connsiteX98" fmla="*/ 9237592 w 12192000"/>
              <a:gd name="connsiteY98" fmla="*/ 642494 h 2685062"/>
              <a:gd name="connsiteX99" fmla="*/ 9236570 w 12192000"/>
              <a:gd name="connsiteY99" fmla="*/ 648762 h 2685062"/>
              <a:gd name="connsiteX100" fmla="*/ 9250521 w 12192000"/>
              <a:gd name="connsiteY100" fmla="*/ 654041 h 2685062"/>
              <a:gd name="connsiteX101" fmla="*/ 9279357 w 12192000"/>
              <a:gd name="connsiteY101" fmla="*/ 653083 h 2685062"/>
              <a:gd name="connsiteX102" fmla="*/ 9289731 w 12192000"/>
              <a:gd name="connsiteY102" fmla="*/ 656356 h 2685062"/>
              <a:gd name="connsiteX103" fmla="*/ 9293723 w 12192000"/>
              <a:gd name="connsiteY103" fmla="*/ 656237 h 2685062"/>
              <a:gd name="connsiteX104" fmla="*/ 9303097 w 12192000"/>
              <a:gd name="connsiteY104" fmla="*/ 656723 h 2685062"/>
              <a:gd name="connsiteX105" fmla="*/ 9302251 w 12192000"/>
              <a:gd name="connsiteY105" fmla="*/ 652725 h 2685062"/>
              <a:gd name="connsiteX106" fmla="*/ 9314122 w 12192000"/>
              <a:gd name="connsiteY106" fmla="*/ 645860 h 2685062"/>
              <a:gd name="connsiteX107" fmla="*/ 9367772 w 12192000"/>
              <a:gd name="connsiteY107" fmla="*/ 650683 h 2685062"/>
              <a:gd name="connsiteX108" fmla="*/ 9370291 w 12192000"/>
              <a:gd name="connsiteY108" fmla="*/ 655264 h 2685062"/>
              <a:gd name="connsiteX109" fmla="*/ 9377007 w 12192000"/>
              <a:gd name="connsiteY109" fmla="*/ 656308 h 2685062"/>
              <a:gd name="connsiteX110" fmla="*/ 9382497 w 12192000"/>
              <a:gd name="connsiteY110" fmla="*/ 652427 h 2685062"/>
              <a:gd name="connsiteX111" fmla="*/ 9474013 w 12192000"/>
              <a:gd name="connsiteY111" fmla="*/ 647005 h 2685062"/>
              <a:gd name="connsiteX112" fmla="*/ 9595899 w 12192000"/>
              <a:gd name="connsiteY112" fmla="*/ 646979 h 2685062"/>
              <a:gd name="connsiteX113" fmla="*/ 9681269 w 12192000"/>
              <a:gd name="connsiteY113" fmla="*/ 669984 h 2685062"/>
              <a:gd name="connsiteX114" fmla="*/ 9689635 w 12192000"/>
              <a:gd name="connsiteY114" fmla="*/ 666408 h 2685062"/>
              <a:gd name="connsiteX115" fmla="*/ 9750215 w 12192000"/>
              <a:gd name="connsiteY115" fmla="*/ 671056 h 2685062"/>
              <a:gd name="connsiteX116" fmla="*/ 9957974 w 12192000"/>
              <a:gd name="connsiteY116" fmla="*/ 715080 h 2685062"/>
              <a:gd name="connsiteX117" fmla="*/ 10076482 w 12192000"/>
              <a:gd name="connsiteY117" fmla="*/ 723397 h 2685062"/>
              <a:gd name="connsiteX118" fmla="*/ 10119263 w 12192000"/>
              <a:gd name="connsiteY118" fmla="*/ 721877 h 2685062"/>
              <a:gd name="connsiteX119" fmla="*/ 10190893 w 12192000"/>
              <a:gd name="connsiteY119" fmla="*/ 719606 h 2685062"/>
              <a:gd name="connsiteX120" fmla="*/ 10246203 w 12192000"/>
              <a:gd name="connsiteY120" fmla="*/ 706893 h 2685062"/>
              <a:gd name="connsiteX121" fmla="*/ 10305396 w 12192000"/>
              <a:gd name="connsiteY121" fmla="*/ 709359 h 2685062"/>
              <a:gd name="connsiteX122" fmla="*/ 10316856 w 12192000"/>
              <a:gd name="connsiteY122" fmla="*/ 724179 h 2685062"/>
              <a:gd name="connsiteX123" fmla="*/ 10380919 w 12192000"/>
              <a:gd name="connsiteY123" fmla="*/ 722193 h 2685062"/>
              <a:gd name="connsiteX124" fmla="*/ 10478351 w 12192000"/>
              <a:gd name="connsiteY124" fmla="*/ 717620 h 2685062"/>
              <a:gd name="connsiteX125" fmla="*/ 10533954 w 12192000"/>
              <a:gd name="connsiteY125" fmla="*/ 718660 h 2685062"/>
              <a:gd name="connsiteX126" fmla="*/ 10686474 w 12192000"/>
              <a:gd name="connsiteY126" fmla="*/ 717507 h 2685062"/>
              <a:gd name="connsiteX127" fmla="*/ 10839729 w 12192000"/>
              <a:gd name="connsiteY127" fmla="*/ 713306 h 2685062"/>
              <a:gd name="connsiteX128" fmla="*/ 10933271 w 12192000"/>
              <a:gd name="connsiteY128" fmla="*/ 693628 h 2685062"/>
              <a:gd name="connsiteX129" fmla="*/ 11058950 w 12192000"/>
              <a:gd name="connsiteY129" fmla="*/ 692031 h 2685062"/>
              <a:gd name="connsiteX130" fmla="*/ 11080388 w 12192000"/>
              <a:gd name="connsiteY130" fmla="*/ 689245 h 2685062"/>
              <a:gd name="connsiteX131" fmla="*/ 11108911 w 12192000"/>
              <a:gd name="connsiteY131" fmla="*/ 693363 h 2685062"/>
              <a:gd name="connsiteX132" fmla="*/ 11223119 w 12192000"/>
              <a:gd name="connsiteY132" fmla="*/ 710661 h 2685062"/>
              <a:gd name="connsiteX133" fmla="*/ 11311983 w 12192000"/>
              <a:gd name="connsiteY133" fmla="*/ 731410 h 2685062"/>
              <a:gd name="connsiteX134" fmla="*/ 11426940 w 12192000"/>
              <a:gd name="connsiteY134" fmla="*/ 727340 h 2685062"/>
              <a:gd name="connsiteX135" fmla="*/ 11495624 w 12192000"/>
              <a:gd name="connsiteY135" fmla="*/ 734858 h 2685062"/>
              <a:gd name="connsiteX136" fmla="*/ 11605975 w 12192000"/>
              <a:gd name="connsiteY136" fmla="*/ 762433 h 2685062"/>
              <a:gd name="connsiteX137" fmla="*/ 11756134 w 12192000"/>
              <a:gd name="connsiteY137" fmla="*/ 765012 h 2685062"/>
              <a:gd name="connsiteX138" fmla="*/ 11789788 w 12192000"/>
              <a:gd name="connsiteY138" fmla="*/ 745316 h 2685062"/>
              <a:gd name="connsiteX139" fmla="*/ 11832833 w 12192000"/>
              <a:gd name="connsiteY139" fmla="*/ 734720 h 2685062"/>
              <a:gd name="connsiteX140" fmla="*/ 11846338 w 12192000"/>
              <a:gd name="connsiteY140" fmla="*/ 765994 h 2685062"/>
              <a:gd name="connsiteX141" fmla="*/ 11972492 w 12192000"/>
              <a:gd name="connsiteY141" fmla="*/ 796180 h 2685062"/>
              <a:gd name="connsiteX142" fmla="*/ 12035979 w 12192000"/>
              <a:gd name="connsiteY142" fmla="*/ 807835 h 2685062"/>
              <a:gd name="connsiteX143" fmla="*/ 12135850 w 12192000"/>
              <a:gd name="connsiteY143" fmla="*/ 819056 h 2685062"/>
              <a:gd name="connsiteX144" fmla="*/ 12166092 w 12192000"/>
              <a:gd name="connsiteY144" fmla="*/ 823695 h 2685062"/>
              <a:gd name="connsiteX145" fmla="*/ 12190645 w 12192000"/>
              <a:gd name="connsiteY145" fmla="*/ 826863 h 2685062"/>
              <a:gd name="connsiteX146" fmla="*/ 12192000 w 12192000"/>
              <a:gd name="connsiteY146" fmla="*/ 880762 h 2685062"/>
              <a:gd name="connsiteX147" fmla="*/ 12192000 w 12192000"/>
              <a:gd name="connsiteY147" fmla="*/ 2685062 h 2685062"/>
              <a:gd name="connsiteX148" fmla="*/ 0 w 12192000"/>
              <a:gd name="connsiteY148" fmla="*/ 2685062 h 2685062"/>
              <a:gd name="connsiteX149" fmla="*/ 0 w 12192000"/>
              <a:gd name="connsiteY149" fmla="*/ 283917 h 2685062"/>
              <a:gd name="connsiteX150" fmla="*/ 44213 w 12192000"/>
              <a:gd name="connsiteY150" fmla="*/ 302297 h 2685062"/>
              <a:gd name="connsiteX151" fmla="*/ 172465 w 12192000"/>
              <a:gd name="connsiteY151" fmla="*/ 314866 h 2685062"/>
              <a:gd name="connsiteX152" fmla="*/ 223361 w 12192000"/>
              <a:gd name="connsiteY152" fmla="*/ 304828 h 2685062"/>
              <a:gd name="connsiteX153" fmla="*/ 320595 w 12192000"/>
              <a:gd name="connsiteY153" fmla="*/ 288341 h 2685062"/>
              <a:gd name="connsiteX154" fmla="*/ 401087 w 12192000"/>
              <a:gd name="connsiteY154" fmla="*/ 246745 h 2685062"/>
              <a:gd name="connsiteX155" fmla="*/ 495839 w 12192000"/>
              <a:gd name="connsiteY155" fmla="*/ 217305 h 2685062"/>
              <a:gd name="connsiteX156" fmla="*/ 507910 w 12192000"/>
              <a:gd name="connsiteY156" fmla="*/ 219773 h 2685062"/>
              <a:gd name="connsiteX157" fmla="*/ 561428 w 12192000"/>
              <a:gd name="connsiteY157" fmla="*/ 201460 h 2685062"/>
              <a:gd name="connsiteX158" fmla="*/ 712813 w 12192000"/>
              <a:gd name="connsiteY158" fmla="*/ 151411 h 2685062"/>
              <a:gd name="connsiteX159" fmla="*/ 819366 w 12192000"/>
              <a:gd name="connsiteY159" fmla="*/ 70479 h 2685062"/>
              <a:gd name="connsiteX160" fmla="*/ 862489 w 12192000"/>
              <a:gd name="connsiteY160" fmla="*/ 63238 h 2685062"/>
              <a:gd name="connsiteX161" fmla="*/ 934387 w 12192000"/>
              <a:gd name="connsiteY161" fmla="*/ 50788 h 2685062"/>
              <a:gd name="connsiteX162" fmla="*/ 948874 w 12192000"/>
              <a:gd name="connsiteY162" fmla="*/ 55208 h 2685062"/>
              <a:gd name="connsiteX163" fmla="*/ 955237 w 12192000"/>
              <a:gd name="connsiteY163" fmla="*/ 54040 h 2685062"/>
              <a:gd name="connsiteX164" fmla="*/ 955886 w 12192000"/>
              <a:gd name="connsiteY164" fmla="*/ 54325 h 2685062"/>
              <a:gd name="connsiteX165" fmla="*/ 957239 w 12192000"/>
              <a:gd name="connsiteY165" fmla="*/ 53673 h 2685062"/>
              <a:gd name="connsiteX166" fmla="*/ 971343 w 12192000"/>
              <a:gd name="connsiteY166" fmla="*/ 51086 h 2685062"/>
              <a:gd name="connsiteX167" fmla="*/ 1002063 w 12192000"/>
              <a:gd name="connsiteY167" fmla="*/ 54158 h 2685062"/>
              <a:gd name="connsiteX168" fmla="*/ 1020663 w 12192000"/>
              <a:gd name="connsiteY168" fmla="*/ 53408 h 2685062"/>
              <a:gd name="connsiteX169" fmla="*/ 1039181 w 12192000"/>
              <a:gd name="connsiteY169" fmla="*/ 40356 h 2685062"/>
              <a:gd name="connsiteX170" fmla="*/ 1051914 w 12192000"/>
              <a:gd name="connsiteY170" fmla="*/ 39166 h 2685062"/>
              <a:gd name="connsiteX171" fmla="*/ 1054501 w 12192000"/>
              <a:gd name="connsiteY171" fmla="*/ 37372 h 2685062"/>
              <a:gd name="connsiteX172" fmla="*/ 1061859 w 12192000"/>
              <a:gd name="connsiteY172" fmla="*/ 33902 h 2685062"/>
              <a:gd name="connsiteX173" fmla="*/ 1054558 w 12192000"/>
              <a:gd name="connsiteY173" fmla="*/ 30385 h 2685062"/>
              <a:gd name="connsiteX174" fmla="*/ 1140852 w 12192000"/>
              <a:gd name="connsiteY174" fmla="*/ 17327 h 2685062"/>
              <a:gd name="connsiteX175" fmla="*/ 1214144 w 12192000"/>
              <a:gd name="connsiteY175" fmla="*/ 6192 h 2685062"/>
              <a:gd name="connsiteX176" fmla="*/ 1338122 w 12192000"/>
              <a:gd name="connsiteY176" fmla="*/ 27996 h 2685062"/>
              <a:gd name="connsiteX177" fmla="*/ 1462415 w 12192000"/>
              <a:gd name="connsiteY177" fmla="*/ 0 h 2685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Lst>
            <a:rect l="l" t="t" r="r" b="b"/>
            <a:pathLst>
              <a:path w="12192000" h="2685062">
                <a:moveTo>
                  <a:pt x="1462415" y="0"/>
                </a:moveTo>
                <a:lnTo>
                  <a:pt x="1494432" y="2457"/>
                </a:lnTo>
                <a:lnTo>
                  <a:pt x="1523667" y="11778"/>
                </a:lnTo>
                <a:lnTo>
                  <a:pt x="1523067" y="14207"/>
                </a:lnTo>
                <a:cubicBezTo>
                  <a:pt x="1523507" y="15871"/>
                  <a:pt x="1525127" y="16145"/>
                  <a:pt x="1527695" y="15715"/>
                </a:cubicBezTo>
                <a:lnTo>
                  <a:pt x="1532258" y="14518"/>
                </a:lnTo>
                <a:lnTo>
                  <a:pt x="1537796" y="16283"/>
                </a:lnTo>
                <a:lnTo>
                  <a:pt x="1553041" y="20452"/>
                </a:lnTo>
                <a:lnTo>
                  <a:pt x="1557495" y="25861"/>
                </a:lnTo>
                <a:cubicBezTo>
                  <a:pt x="1571578" y="34900"/>
                  <a:pt x="1608020" y="28047"/>
                  <a:pt x="1617448" y="40977"/>
                </a:cubicBezTo>
                <a:lnTo>
                  <a:pt x="1636697" y="39108"/>
                </a:lnTo>
                <a:lnTo>
                  <a:pt x="1657286" y="49000"/>
                </a:lnTo>
                <a:cubicBezTo>
                  <a:pt x="1676389" y="57312"/>
                  <a:pt x="1696470" y="62807"/>
                  <a:pt x="1719191" y="56920"/>
                </a:cubicBezTo>
                <a:cubicBezTo>
                  <a:pt x="1709669" y="73491"/>
                  <a:pt x="1773685" y="56115"/>
                  <a:pt x="1787126" y="71960"/>
                </a:cubicBezTo>
                <a:cubicBezTo>
                  <a:pt x="1795166" y="84864"/>
                  <a:pt x="1816465" y="82599"/>
                  <a:pt x="1834555" y="86590"/>
                </a:cubicBezTo>
                <a:cubicBezTo>
                  <a:pt x="1850712" y="99365"/>
                  <a:pt x="1937782" y="107374"/>
                  <a:pt x="1966070" y="103987"/>
                </a:cubicBezTo>
                <a:cubicBezTo>
                  <a:pt x="2043209" y="86564"/>
                  <a:pt x="2126459" y="137078"/>
                  <a:pt x="2188582" y="124532"/>
                </a:cubicBezTo>
                <a:cubicBezTo>
                  <a:pt x="2206064" y="124932"/>
                  <a:pt x="2221206" y="127247"/>
                  <a:pt x="2234811" y="130739"/>
                </a:cubicBezTo>
                <a:lnTo>
                  <a:pt x="2270005" y="143358"/>
                </a:lnTo>
                <a:lnTo>
                  <a:pt x="2274208" y="152634"/>
                </a:lnTo>
                <a:lnTo>
                  <a:pt x="2298905" y="157215"/>
                </a:lnTo>
                <a:lnTo>
                  <a:pt x="2304521" y="159957"/>
                </a:lnTo>
                <a:cubicBezTo>
                  <a:pt x="2315230" y="165224"/>
                  <a:pt x="2326016" y="170200"/>
                  <a:pt x="2337696" y="174150"/>
                </a:cubicBezTo>
                <a:cubicBezTo>
                  <a:pt x="2354259" y="137711"/>
                  <a:pt x="2439767" y="201742"/>
                  <a:pt x="2432112" y="166646"/>
                </a:cubicBezTo>
                <a:cubicBezTo>
                  <a:pt x="2482400" y="178172"/>
                  <a:pt x="2480978" y="159994"/>
                  <a:pt x="2500149" y="168723"/>
                </a:cubicBezTo>
                <a:lnTo>
                  <a:pt x="2504776" y="171455"/>
                </a:lnTo>
                <a:lnTo>
                  <a:pt x="2507358" y="177677"/>
                </a:lnTo>
                <a:lnTo>
                  <a:pt x="2518847" y="180936"/>
                </a:lnTo>
                <a:lnTo>
                  <a:pt x="2528864" y="188517"/>
                </a:lnTo>
                <a:cubicBezTo>
                  <a:pt x="2656589" y="189245"/>
                  <a:pt x="2818894" y="267460"/>
                  <a:pt x="2938613" y="248764"/>
                </a:cubicBezTo>
                <a:lnTo>
                  <a:pt x="3132513" y="229282"/>
                </a:lnTo>
                <a:cubicBezTo>
                  <a:pt x="3153391" y="218737"/>
                  <a:pt x="3187482" y="219423"/>
                  <a:pt x="3208657" y="230814"/>
                </a:cubicBezTo>
                <a:cubicBezTo>
                  <a:pt x="3212298" y="232773"/>
                  <a:pt x="3215412" y="234983"/>
                  <a:pt x="3217904" y="237375"/>
                </a:cubicBezTo>
                <a:cubicBezTo>
                  <a:pt x="3279351" y="212726"/>
                  <a:pt x="3298012" y="233121"/>
                  <a:pt x="3330150" y="214762"/>
                </a:cubicBezTo>
                <a:cubicBezTo>
                  <a:pt x="3405531" y="217422"/>
                  <a:pt x="3451160" y="247861"/>
                  <a:pt x="3480527" y="231960"/>
                </a:cubicBezTo>
                <a:cubicBezTo>
                  <a:pt x="3516075" y="238991"/>
                  <a:pt x="3553819" y="269164"/>
                  <a:pt x="3591806" y="253003"/>
                </a:cubicBezTo>
                <a:cubicBezTo>
                  <a:pt x="3586673" y="270421"/>
                  <a:pt x="3640034" y="246868"/>
                  <a:pt x="3655143" y="261318"/>
                </a:cubicBezTo>
                <a:cubicBezTo>
                  <a:pt x="3664868" y="273371"/>
                  <a:pt x="3683329" y="269035"/>
                  <a:pt x="3700191" y="271235"/>
                </a:cubicBezTo>
                <a:cubicBezTo>
                  <a:pt x="3717097" y="282363"/>
                  <a:pt x="3796016" y="281812"/>
                  <a:pt x="3820459" y="275675"/>
                </a:cubicBezTo>
                <a:cubicBezTo>
                  <a:pt x="3885463" y="250791"/>
                  <a:pt x="3969506" y="292904"/>
                  <a:pt x="4022158" y="274341"/>
                </a:cubicBezTo>
                <a:cubicBezTo>
                  <a:pt x="4084571" y="269096"/>
                  <a:pt x="4119856" y="297968"/>
                  <a:pt x="4164508" y="309117"/>
                </a:cubicBezTo>
                <a:cubicBezTo>
                  <a:pt x="4171915" y="271244"/>
                  <a:pt x="4260667" y="326583"/>
                  <a:pt x="4246843" y="292417"/>
                </a:cubicBezTo>
                <a:cubicBezTo>
                  <a:pt x="4309458" y="301142"/>
                  <a:pt x="4279869" y="266331"/>
                  <a:pt x="4337133" y="304707"/>
                </a:cubicBezTo>
                <a:cubicBezTo>
                  <a:pt x="4450694" y="292933"/>
                  <a:pt x="4593547" y="330375"/>
                  <a:pt x="4696109" y="300060"/>
                </a:cubicBezTo>
                <a:lnTo>
                  <a:pt x="4928090" y="291457"/>
                </a:lnTo>
                <a:lnTo>
                  <a:pt x="4960316" y="287841"/>
                </a:lnTo>
                <a:cubicBezTo>
                  <a:pt x="4960491" y="287029"/>
                  <a:pt x="4960665" y="286217"/>
                  <a:pt x="4960840" y="285406"/>
                </a:cubicBezTo>
                <a:cubicBezTo>
                  <a:pt x="4962018" y="283892"/>
                  <a:pt x="4963691" y="283924"/>
                  <a:pt x="4965958" y="284802"/>
                </a:cubicBezTo>
                <a:lnTo>
                  <a:pt x="4969785" y="286778"/>
                </a:lnTo>
                <a:lnTo>
                  <a:pt x="4975889" y="286093"/>
                </a:lnTo>
                <a:lnTo>
                  <a:pt x="4992382" y="284871"/>
                </a:lnTo>
                <a:lnTo>
                  <a:pt x="4999094" y="280499"/>
                </a:lnTo>
                <a:lnTo>
                  <a:pt x="5080965" y="282208"/>
                </a:lnTo>
                <a:lnTo>
                  <a:pt x="5105166" y="276473"/>
                </a:lnTo>
                <a:cubicBezTo>
                  <a:pt x="5127226" y="271982"/>
                  <a:pt x="5148953" y="270367"/>
                  <a:pt x="5168054" y="280137"/>
                </a:cubicBezTo>
                <a:cubicBezTo>
                  <a:pt x="5166431" y="262533"/>
                  <a:pt x="5219894" y="290815"/>
                  <a:pt x="5239940" y="278079"/>
                </a:cubicBezTo>
                <a:cubicBezTo>
                  <a:pt x="5253484" y="267178"/>
                  <a:pt x="5272860" y="273220"/>
                  <a:pt x="5291998" y="272685"/>
                </a:cubicBezTo>
                <a:cubicBezTo>
                  <a:pt x="5313255" y="263383"/>
                  <a:pt x="5400292" y="271538"/>
                  <a:pt x="5425861" y="279926"/>
                </a:cubicBezTo>
                <a:cubicBezTo>
                  <a:pt x="5491875" y="310639"/>
                  <a:pt x="5594484" y="277380"/>
                  <a:pt x="5648321" y="300693"/>
                </a:cubicBezTo>
                <a:cubicBezTo>
                  <a:pt x="5665248" y="303486"/>
                  <a:pt x="5680800" y="304021"/>
                  <a:pt x="5695414" y="303150"/>
                </a:cubicBezTo>
                <a:lnTo>
                  <a:pt x="5743064" y="289335"/>
                </a:lnTo>
                <a:lnTo>
                  <a:pt x="5768797" y="289436"/>
                </a:lnTo>
                <a:lnTo>
                  <a:pt x="5775419" y="287831"/>
                </a:lnTo>
                <a:cubicBezTo>
                  <a:pt x="5788059" y="284732"/>
                  <a:pt x="5800646" y="281926"/>
                  <a:pt x="5813624" y="280263"/>
                </a:cubicBezTo>
                <a:cubicBezTo>
                  <a:pt x="5812999" y="318182"/>
                  <a:pt x="5923892" y="272386"/>
                  <a:pt x="5900676" y="304615"/>
                </a:cubicBezTo>
                <a:cubicBezTo>
                  <a:pt x="5954067" y="302717"/>
                  <a:pt x="5944477" y="319870"/>
                  <a:pt x="5966795" y="314993"/>
                </a:cubicBezTo>
                <a:lnTo>
                  <a:pt x="5972463" y="313217"/>
                </a:lnTo>
                <a:lnTo>
                  <a:pt x="5977754" y="307726"/>
                </a:lnTo>
                <a:lnTo>
                  <a:pt x="5990232" y="306694"/>
                </a:lnTo>
                <a:lnTo>
                  <a:pt x="6003260" y="301250"/>
                </a:lnTo>
                <a:cubicBezTo>
                  <a:pt x="6125949" y="323771"/>
                  <a:pt x="6292426" y="300774"/>
                  <a:pt x="6398655" y="340447"/>
                </a:cubicBezTo>
                <a:lnTo>
                  <a:pt x="6477250" y="370643"/>
                </a:lnTo>
                <a:cubicBezTo>
                  <a:pt x="6518147" y="382960"/>
                  <a:pt x="6560561" y="347277"/>
                  <a:pt x="6599996" y="371929"/>
                </a:cubicBezTo>
                <a:cubicBezTo>
                  <a:pt x="6615225" y="385828"/>
                  <a:pt x="6648193" y="391366"/>
                  <a:pt x="6673632" y="384303"/>
                </a:cubicBezTo>
                <a:cubicBezTo>
                  <a:pt x="6678009" y="383088"/>
                  <a:pt x="6681993" y="381536"/>
                  <a:pt x="6685461" y="379698"/>
                </a:cubicBezTo>
                <a:cubicBezTo>
                  <a:pt x="6733172" y="414481"/>
                  <a:pt x="6760278" y="398336"/>
                  <a:pt x="6782761" y="421766"/>
                </a:cubicBezTo>
                <a:cubicBezTo>
                  <a:pt x="6856177" y="432921"/>
                  <a:pt x="6913662" y="412056"/>
                  <a:pt x="6934599" y="432626"/>
                </a:cubicBezTo>
                <a:cubicBezTo>
                  <a:pt x="6971837" y="432351"/>
                  <a:pt x="7021650" y="410307"/>
                  <a:pt x="7050728" y="432695"/>
                </a:cubicBezTo>
                <a:cubicBezTo>
                  <a:pt x="7053692" y="415076"/>
                  <a:pt x="7094152" y="447339"/>
                  <a:pt x="7115167" y="436243"/>
                </a:cubicBezTo>
                <a:cubicBezTo>
                  <a:pt x="7129937" y="426464"/>
                  <a:pt x="7145660" y="433973"/>
                  <a:pt x="7162809" y="434931"/>
                </a:cubicBezTo>
                <a:cubicBezTo>
                  <a:pt x="7184039" y="427343"/>
                  <a:pt x="7259393" y="442217"/>
                  <a:pt x="7280034" y="452539"/>
                </a:cubicBezTo>
                <a:cubicBezTo>
                  <a:pt x="7331046" y="488194"/>
                  <a:pt x="7430616" y="463128"/>
                  <a:pt x="7472654" y="490482"/>
                </a:cubicBezTo>
                <a:cubicBezTo>
                  <a:pt x="7541994" y="500728"/>
                  <a:pt x="7643498" y="509315"/>
                  <a:pt x="7696080" y="514010"/>
                </a:cubicBezTo>
                <a:cubicBezTo>
                  <a:pt x="7760013" y="517032"/>
                  <a:pt x="7715914" y="545003"/>
                  <a:pt x="7788139" y="518649"/>
                </a:cubicBezTo>
                <a:cubicBezTo>
                  <a:pt x="7891601" y="550571"/>
                  <a:pt x="8143222" y="510864"/>
                  <a:pt x="8227756" y="558548"/>
                </a:cubicBezTo>
                <a:cubicBezTo>
                  <a:pt x="8317876" y="569251"/>
                  <a:pt x="8261697" y="569546"/>
                  <a:pt x="8328859" y="582867"/>
                </a:cubicBezTo>
                <a:cubicBezTo>
                  <a:pt x="8336976" y="627379"/>
                  <a:pt x="8495085" y="643261"/>
                  <a:pt x="8532898" y="668282"/>
                </a:cubicBezTo>
                <a:cubicBezTo>
                  <a:pt x="8626867" y="678146"/>
                  <a:pt x="8698118" y="715603"/>
                  <a:pt x="8792925" y="701900"/>
                </a:cubicBezTo>
                <a:cubicBezTo>
                  <a:pt x="8796856" y="707882"/>
                  <a:pt x="8802564" y="712918"/>
                  <a:pt x="8809491" y="717262"/>
                </a:cubicBezTo>
                <a:lnTo>
                  <a:pt x="8814066" y="719410"/>
                </a:lnTo>
                <a:lnTo>
                  <a:pt x="8815751" y="718686"/>
                </a:lnTo>
                <a:cubicBezTo>
                  <a:pt x="8822134" y="717141"/>
                  <a:pt x="8829906" y="716502"/>
                  <a:pt x="8840540" y="717083"/>
                </a:cubicBezTo>
                <a:cubicBezTo>
                  <a:pt x="8844566" y="676948"/>
                  <a:pt x="8862586" y="704813"/>
                  <a:pt x="8897062" y="697553"/>
                </a:cubicBezTo>
                <a:cubicBezTo>
                  <a:pt x="8926967" y="693826"/>
                  <a:pt x="8941387" y="680067"/>
                  <a:pt x="8965922" y="672885"/>
                </a:cubicBezTo>
                <a:cubicBezTo>
                  <a:pt x="8985861" y="668208"/>
                  <a:pt x="8990451" y="680326"/>
                  <a:pt x="9016694" y="669496"/>
                </a:cubicBezTo>
                <a:cubicBezTo>
                  <a:pt x="9064226" y="680468"/>
                  <a:pt x="9102961" y="653230"/>
                  <a:pt x="9139695" y="648174"/>
                </a:cubicBezTo>
                <a:cubicBezTo>
                  <a:pt x="9151373" y="649226"/>
                  <a:pt x="9186538" y="645057"/>
                  <a:pt x="9219129" y="639013"/>
                </a:cubicBezTo>
                <a:lnTo>
                  <a:pt x="9221354" y="638501"/>
                </a:lnTo>
                <a:lnTo>
                  <a:pt x="9237592" y="642494"/>
                </a:lnTo>
                <a:cubicBezTo>
                  <a:pt x="9241555" y="644212"/>
                  <a:pt x="9242210" y="646204"/>
                  <a:pt x="9236570" y="648762"/>
                </a:cubicBezTo>
                <a:cubicBezTo>
                  <a:pt x="9241114" y="652055"/>
                  <a:pt x="9245782" y="653517"/>
                  <a:pt x="9250521" y="654041"/>
                </a:cubicBezTo>
                <a:cubicBezTo>
                  <a:pt x="9259996" y="655089"/>
                  <a:pt x="9269753" y="652386"/>
                  <a:pt x="9279357" y="653083"/>
                </a:cubicBezTo>
                <a:lnTo>
                  <a:pt x="9289731" y="656356"/>
                </a:lnTo>
                <a:lnTo>
                  <a:pt x="9293723" y="656237"/>
                </a:lnTo>
                <a:lnTo>
                  <a:pt x="9303097" y="656723"/>
                </a:lnTo>
                <a:lnTo>
                  <a:pt x="9302251" y="652725"/>
                </a:lnTo>
                <a:cubicBezTo>
                  <a:pt x="9300561" y="648869"/>
                  <a:pt x="9299408" y="644676"/>
                  <a:pt x="9314122" y="645860"/>
                </a:cubicBezTo>
                <a:cubicBezTo>
                  <a:pt x="9344433" y="650204"/>
                  <a:pt x="9356229" y="634440"/>
                  <a:pt x="9367772" y="650683"/>
                </a:cubicBezTo>
                <a:lnTo>
                  <a:pt x="9370291" y="655264"/>
                </a:lnTo>
                <a:lnTo>
                  <a:pt x="9377007" y="656308"/>
                </a:lnTo>
                <a:cubicBezTo>
                  <a:pt x="9380660" y="656340"/>
                  <a:pt x="9382824" y="655350"/>
                  <a:pt x="9382497" y="652427"/>
                </a:cubicBezTo>
                <a:cubicBezTo>
                  <a:pt x="9410043" y="665739"/>
                  <a:pt x="9444726" y="648939"/>
                  <a:pt x="9474013" y="647005"/>
                </a:cubicBezTo>
                <a:cubicBezTo>
                  <a:pt x="9494765" y="659508"/>
                  <a:pt x="9535746" y="643122"/>
                  <a:pt x="9595899" y="646979"/>
                </a:cubicBezTo>
                <a:cubicBezTo>
                  <a:pt x="9618462" y="661284"/>
                  <a:pt x="9636478" y="649421"/>
                  <a:pt x="9681269" y="669984"/>
                </a:cubicBezTo>
                <a:cubicBezTo>
                  <a:pt x="9683619" y="668616"/>
                  <a:pt x="9686437" y="667412"/>
                  <a:pt x="9689635" y="666408"/>
                </a:cubicBezTo>
                <a:cubicBezTo>
                  <a:pt x="9708219" y="660578"/>
                  <a:pt x="9735343" y="662659"/>
                  <a:pt x="9750215" y="671056"/>
                </a:cubicBezTo>
                <a:cubicBezTo>
                  <a:pt x="9822560" y="699676"/>
                  <a:pt x="9892985" y="704863"/>
                  <a:pt x="9957974" y="715080"/>
                </a:cubicBezTo>
                <a:cubicBezTo>
                  <a:pt x="10031995" y="724171"/>
                  <a:pt x="9987651" y="694466"/>
                  <a:pt x="10076482" y="723397"/>
                </a:cubicBezTo>
                <a:cubicBezTo>
                  <a:pt x="10088264" y="715403"/>
                  <a:pt x="10100170" y="715974"/>
                  <a:pt x="10119263" y="721877"/>
                </a:cubicBezTo>
                <a:cubicBezTo>
                  <a:pt x="10155360" y="725633"/>
                  <a:pt x="10156886" y="703170"/>
                  <a:pt x="10190893" y="719606"/>
                </a:cubicBezTo>
                <a:cubicBezTo>
                  <a:pt x="10186651" y="707114"/>
                  <a:pt x="10260542" y="720706"/>
                  <a:pt x="10246203" y="706893"/>
                </a:cubicBezTo>
                <a:cubicBezTo>
                  <a:pt x="10271921" y="697978"/>
                  <a:pt x="10280122" y="716866"/>
                  <a:pt x="10305396" y="709359"/>
                </a:cubicBezTo>
                <a:cubicBezTo>
                  <a:pt x="10332266" y="709354"/>
                  <a:pt x="10287753" y="720864"/>
                  <a:pt x="10316856" y="724179"/>
                </a:cubicBezTo>
                <a:cubicBezTo>
                  <a:pt x="10352558" y="726042"/>
                  <a:pt x="10348261" y="747938"/>
                  <a:pt x="10380919" y="722193"/>
                </a:cubicBezTo>
                <a:cubicBezTo>
                  <a:pt x="10416787" y="731946"/>
                  <a:pt x="10426384" y="719959"/>
                  <a:pt x="10478351" y="717620"/>
                </a:cubicBezTo>
                <a:cubicBezTo>
                  <a:pt x="10498311" y="726260"/>
                  <a:pt x="10516018" y="724144"/>
                  <a:pt x="10533954" y="718660"/>
                </a:cubicBezTo>
                <a:cubicBezTo>
                  <a:pt x="10583102" y="724237"/>
                  <a:pt x="10630104" y="717410"/>
                  <a:pt x="10686474" y="717507"/>
                </a:cubicBezTo>
                <a:cubicBezTo>
                  <a:pt x="10745160" y="730015"/>
                  <a:pt x="10779502" y="713124"/>
                  <a:pt x="10839729" y="713306"/>
                </a:cubicBezTo>
                <a:cubicBezTo>
                  <a:pt x="10895292" y="735596"/>
                  <a:pt x="10883335" y="689293"/>
                  <a:pt x="10933271" y="693628"/>
                </a:cubicBezTo>
                <a:cubicBezTo>
                  <a:pt x="11011861" y="715600"/>
                  <a:pt x="10933941" y="678563"/>
                  <a:pt x="11058950" y="692031"/>
                </a:cubicBezTo>
                <a:cubicBezTo>
                  <a:pt x="11065574" y="695312"/>
                  <a:pt x="11081347" y="693264"/>
                  <a:pt x="11080388" y="689245"/>
                </a:cubicBezTo>
                <a:cubicBezTo>
                  <a:pt x="11088176" y="690921"/>
                  <a:pt x="11106032" y="699551"/>
                  <a:pt x="11108911" y="693363"/>
                </a:cubicBezTo>
                <a:cubicBezTo>
                  <a:pt x="11149149" y="694912"/>
                  <a:pt x="11188483" y="700869"/>
                  <a:pt x="11223119" y="710661"/>
                </a:cubicBezTo>
                <a:cubicBezTo>
                  <a:pt x="11302059" y="704266"/>
                  <a:pt x="11255617" y="731239"/>
                  <a:pt x="11311983" y="731410"/>
                </a:cubicBezTo>
                <a:cubicBezTo>
                  <a:pt x="11358665" y="721567"/>
                  <a:pt x="11373894" y="732638"/>
                  <a:pt x="11426940" y="727340"/>
                </a:cubicBezTo>
                <a:cubicBezTo>
                  <a:pt x="11441993" y="748767"/>
                  <a:pt x="11476074" y="727962"/>
                  <a:pt x="11495624" y="734858"/>
                </a:cubicBezTo>
                <a:cubicBezTo>
                  <a:pt x="11530841" y="712823"/>
                  <a:pt x="11572173" y="761025"/>
                  <a:pt x="11605975" y="762433"/>
                </a:cubicBezTo>
                <a:cubicBezTo>
                  <a:pt x="11663316" y="761143"/>
                  <a:pt x="11727635" y="739871"/>
                  <a:pt x="11756134" y="765012"/>
                </a:cubicBezTo>
                <a:cubicBezTo>
                  <a:pt x="11761348" y="755468"/>
                  <a:pt x="11757526" y="741943"/>
                  <a:pt x="11789788" y="745316"/>
                </a:cubicBezTo>
                <a:cubicBezTo>
                  <a:pt x="11803253" y="740995"/>
                  <a:pt x="11807074" y="726138"/>
                  <a:pt x="11832833" y="734720"/>
                </a:cubicBezTo>
                <a:cubicBezTo>
                  <a:pt x="11798846" y="746443"/>
                  <a:pt x="11852821" y="750721"/>
                  <a:pt x="11846338" y="765994"/>
                </a:cubicBezTo>
                <a:cubicBezTo>
                  <a:pt x="11885947" y="777555"/>
                  <a:pt x="11979991" y="768560"/>
                  <a:pt x="11972492" y="796180"/>
                </a:cubicBezTo>
                <a:cubicBezTo>
                  <a:pt x="11982931" y="813135"/>
                  <a:pt x="12037186" y="790090"/>
                  <a:pt x="12035979" y="807835"/>
                </a:cubicBezTo>
                <a:cubicBezTo>
                  <a:pt x="12059694" y="797410"/>
                  <a:pt x="12098516" y="817951"/>
                  <a:pt x="12135850" y="819056"/>
                </a:cubicBezTo>
                <a:cubicBezTo>
                  <a:pt x="12142309" y="827359"/>
                  <a:pt x="12150917" y="827343"/>
                  <a:pt x="12166092" y="823695"/>
                </a:cubicBezTo>
                <a:lnTo>
                  <a:pt x="12190645" y="826863"/>
                </a:lnTo>
                <a:lnTo>
                  <a:pt x="12192000" y="880762"/>
                </a:lnTo>
                <a:lnTo>
                  <a:pt x="12192000" y="2685062"/>
                </a:lnTo>
                <a:lnTo>
                  <a:pt x="0" y="2685062"/>
                </a:lnTo>
                <a:lnTo>
                  <a:pt x="0" y="283917"/>
                </a:lnTo>
                <a:lnTo>
                  <a:pt x="44213" y="302297"/>
                </a:lnTo>
                <a:cubicBezTo>
                  <a:pt x="57125" y="321111"/>
                  <a:pt x="151150" y="310991"/>
                  <a:pt x="172465" y="314866"/>
                </a:cubicBezTo>
                <a:cubicBezTo>
                  <a:pt x="201883" y="307918"/>
                  <a:pt x="192551" y="309357"/>
                  <a:pt x="223361" y="304828"/>
                </a:cubicBezTo>
                <a:cubicBezTo>
                  <a:pt x="235273" y="283233"/>
                  <a:pt x="290082" y="292239"/>
                  <a:pt x="320595" y="288341"/>
                </a:cubicBezTo>
                <a:cubicBezTo>
                  <a:pt x="326821" y="269140"/>
                  <a:pt x="347105" y="264031"/>
                  <a:pt x="401087" y="246745"/>
                </a:cubicBezTo>
                <a:cubicBezTo>
                  <a:pt x="407068" y="225028"/>
                  <a:pt x="475269" y="251137"/>
                  <a:pt x="495839" y="217305"/>
                </a:cubicBezTo>
                <a:cubicBezTo>
                  <a:pt x="499633" y="218429"/>
                  <a:pt x="503698" y="219260"/>
                  <a:pt x="507910" y="219773"/>
                </a:cubicBezTo>
                <a:cubicBezTo>
                  <a:pt x="532375" y="222751"/>
                  <a:pt x="556339" y="214552"/>
                  <a:pt x="561428" y="201460"/>
                </a:cubicBezTo>
                <a:cubicBezTo>
                  <a:pt x="599747" y="152259"/>
                  <a:pt x="661201" y="177254"/>
                  <a:pt x="712813" y="151411"/>
                </a:cubicBezTo>
                <a:cubicBezTo>
                  <a:pt x="774420" y="124993"/>
                  <a:pt x="765426" y="123535"/>
                  <a:pt x="819366" y="70479"/>
                </a:cubicBezTo>
                <a:cubicBezTo>
                  <a:pt x="839647" y="77460"/>
                  <a:pt x="850544" y="74267"/>
                  <a:pt x="862489" y="63238"/>
                </a:cubicBezTo>
                <a:cubicBezTo>
                  <a:pt x="893284" y="51157"/>
                  <a:pt x="919686" y="77447"/>
                  <a:pt x="934387" y="50788"/>
                </a:cubicBezTo>
                <a:cubicBezTo>
                  <a:pt x="936825" y="54711"/>
                  <a:pt x="942184" y="55671"/>
                  <a:pt x="948874" y="55208"/>
                </a:cubicBezTo>
                <a:lnTo>
                  <a:pt x="955237" y="54040"/>
                </a:lnTo>
                <a:lnTo>
                  <a:pt x="955886" y="54325"/>
                </a:lnTo>
                <a:lnTo>
                  <a:pt x="957239" y="53673"/>
                </a:lnTo>
                <a:lnTo>
                  <a:pt x="971343" y="51086"/>
                </a:lnTo>
                <a:cubicBezTo>
                  <a:pt x="986863" y="47540"/>
                  <a:pt x="1001346" y="44460"/>
                  <a:pt x="1002063" y="54158"/>
                </a:cubicBezTo>
                <a:cubicBezTo>
                  <a:pt x="1010763" y="55438"/>
                  <a:pt x="1016476" y="54893"/>
                  <a:pt x="1020663" y="53408"/>
                </a:cubicBezTo>
                <a:cubicBezTo>
                  <a:pt x="1029036" y="50440"/>
                  <a:pt x="1031306" y="43717"/>
                  <a:pt x="1039181" y="40356"/>
                </a:cubicBezTo>
                <a:lnTo>
                  <a:pt x="1051914" y="39166"/>
                </a:lnTo>
                <a:lnTo>
                  <a:pt x="1054501" y="37372"/>
                </a:lnTo>
                <a:lnTo>
                  <a:pt x="1061859" y="33902"/>
                </a:lnTo>
                <a:lnTo>
                  <a:pt x="1054558" y="30385"/>
                </a:lnTo>
                <a:cubicBezTo>
                  <a:pt x="1046905" y="27358"/>
                  <a:pt x="1128596" y="22367"/>
                  <a:pt x="1140852" y="17327"/>
                </a:cubicBezTo>
                <a:lnTo>
                  <a:pt x="1214144" y="6192"/>
                </a:lnTo>
                <a:lnTo>
                  <a:pt x="1338122" y="27996"/>
                </a:lnTo>
                <a:cubicBezTo>
                  <a:pt x="1367144" y="1801"/>
                  <a:pt x="1432673" y="14019"/>
                  <a:pt x="1462415" y="0"/>
                </a:cubicBez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6C3776-FBBD-419C-7A0D-3630F74875E2}"/>
              </a:ext>
            </a:extLst>
          </p:cNvPr>
          <p:cNvSpPr>
            <a:spLocks noGrp="1"/>
          </p:cNvSpPr>
          <p:nvPr>
            <p:ph type="title"/>
          </p:nvPr>
        </p:nvSpPr>
        <p:spPr>
          <a:xfrm>
            <a:off x="1213561" y="4779792"/>
            <a:ext cx="6707999" cy="856722"/>
          </a:xfrm>
        </p:spPr>
        <p:txBody>
          <a:bodyPr vert="horz" lIns="91440" tIns="45720" rIns="91440" bIns="45720" rtlCol="0" anchor="b">
            <a:normAutofit/>
          </a:bodyPr>
          <a:lstStyle/>
          <a:p>
            <a:pPr algn="l">
              <a:lnSpc>
                <a:spcPct val="90000"/>
              </a:lnSpc>
              <a:spcBef>
                <a:spcPct val="0"/>
              </a:spcBef>
            </a:pPr>
            <a:r>
              <a:rPr lang="en-US" sz="3800" kern="1200">
                <a:solidFill>
                  <a:schemeClr val="tx1">
                    <a:lumMod val="85000"/>
                    <a:lumOff val="15000"/>
                  </a:schemeClr>
                </a:solidFill>
                <a:latin typeface="+mj-lt"/>
                <a:ea typeface="+mj-ea"/>
                <a:cs typeface="+mj-cs"/>
              </a:rPr>
              <a:t>GBL Effect</a:t>
            </a:r>
          </a:p>
        </p:txBody>
      </p:sp>
      <p:pic>
        <p:nvPicPr>
          <p:cNvPr id="4" name="Picture 3">
            <a:extLst>
              <a:ext uri="{FF2B5EF4-FFF2-40B4-BE49-F238E27FC236}">
                <a16:creationId xmlns:a16="http://schemas.microsoft.com/office/drawing/2014/main" id="{0BFD4976-4C93-98E4-CEF2-87CB3A5EF933}"/>
              </a:ext>
            </a:extLst>
          </p:cNvPr>
          <p:cNvPicPr>
            <a:picLocks noChangeAspect="1"/>
          </p:cNvPicPr>
          <p:nvPr/>
        </p:nvPicPr>
        <p:blipFill>
          <a:blip r:embed="rId2"/>
          <a:stretch>
            <a:fillRect/>
          </a:stretch>
        </p:blipFill>
        <p:spPr>
          <a:xfrm>
            <a:off x="562235" y="1398148"/>
            <a:ext cx="2270538" cy="2212319"/>
          </a:xfrm>
          <a:prstGeom prst="rect">
            <a:avLst/>
          </a:prstGeom>
        </p:spPr>
      </p:pic>
      <p:pic>
        <p:nvPicPr>
          <p:cNvPr id="5" name="Picture 4" descr="A blue circle with black text&#10;&#10;AI-generated content may be incorrect.">
            <a:extLst>
              <a:ext uri="{FF2B5EF4-FFF2-40B4-BE49-F238E27FC236}">
                <a16:creationId xmlns:a16="http://schemas.microsoft.com/office/drawing/2014/main" id="{2E689961-B266-7D72-4622-081B3F8655AF}"/>
              </a:ext>
            </a:extLst>
          </p:cNvPr>
          <p:cNvPicPr>
            <a:picLocks noChangeAspect="1"/>
          </p:cNvPicPr>
          <p:nvPr/>
        </p:nvPicPr>
        <p:blipFill>
          <a:blip r:embed="rId3"/>
          <a:stretch>
            <a:fillRect/>
          </a:stretch>
        </p:blipFill>
        <p:spPr>
          <a:xfrm>
            <a:off x="6380401" y="1340469"/>
            <a:ext cx="2269998" cy="2340114"/>
          </a:xfrm>
          <a:prstGeom prst="rect">
            <a:avLst/>
          </a:prstGeom>
        </p:spPr>
      </p:pic>
      <p:pic>
        <p:nvPicPr>
          <p:cNvPr id="6" name="Picture 5" descr="A logo with blue and green lines&#10;&#10;Description automatically generated">
            <a:extLst>
              <a:ext uri="{FF2B5EF4-FFF2-40B4-BE49-F238E27FC236}">
                <a16:creationId xmlns:a16="http://schemas.microsoft.com/office/drawing/2014/main" id="{AE6D64F8-93D5-F82F-5AAD-F4705A3B3D36}"/>
              </a:ext>
            </a:extLst>
          </p:cNvPr>
          <p:cNvPicPr>
            <a:picLocks noChangeAspect="1"/>
          </p:cNvPicPr>
          <p:nvPr/>
        </p:nvPicPr>
        <p:blipFill>
          <a:blip r:embed="rId4"/>
          <a:stretch>
            <a:fillRect/>
          </a:stretch>
        </p:blipFill>
        <p:spPr>
          <a:xfrm>
            <a:off x="3498129" y="1340469"/>
            <a:ext cx="2269998" cy="2269998"/>
          </a:xfrm>
          <a:prstGeom prst="rect">
            <a:avLst/>
          </a:prstGeom>
        </p:spPr>
      </p:pic>
      <p:sp>
        <p:nvSpPr>
          <p:cNvPr id="11" name="Arrow: Up 10">
            <a:extLst>
              <a:ext uri="{FF2B5EF4-FFF2-40B4-BE49-F238E27FC236}">
                <a16:creationId xmlns:a16="http://schemas.microsoft.com/office/drawing/2014/main" id="{300A4989-12A6-8FF2-18B9-D00CCD178CAB}"/>
              </a:ext>
            </a:extLst>
          </p:cNvPr>
          <p:cNvSpPr/>
          <p:nvPr/>
        </p:nvSpPr>
        <p:spPr>
          <a:xfrm rot="5400000">
            <a:off x="2815292" y="2204245"/>
            <a:ext cx="484632" cy="745468"/>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77937970-F151-324E-917C-39E5C41BDF21}"/>
              </a:ext>
            </a:extLst>
          </p:cNvPr>
          <p:cNvSpPr/>
          <p:nvPr/>
        </p:nvSpPr>
        <p:spPr>
          <a:xfrm>
            <a:off x="5849852" y="2334663"/>
            <a:ext cx="731923"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7530353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par>
                                <p:cTn id="16" presetID="10" presetClass="entr" presetSubtype="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04"/>
        <p:cNvGrpSpPr/>
        <p:nvPr/>
      </p:nvGrpSpPr>
      <p:grpSpPr>
        <a:xfrm>
          <a:off x="0" y="0"/>
          <a:ext cx="0" cy="0"/>
          <a:chOff x="0" y="0"/>
          <a:chExt cx="0" cy="0"/>
        </a:xfrm>
      </p:grpSpPr>
      <p:sp useBgFill="1">
        <p:nvSpPr>
          <p:cNvPr id="119" name="Rectangle 118">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Google Shape;105;p3"/>
          <p:cNvSpPr txBox="1">
            <a:spLocks noGrp="1"/>
          </p:cNvSpPr>
          <p:nvPr>
            <p:ph type="title"/>
          </p:nvPr>
        </p:nvSpPr>
        <p:spPr>
          <a:xfrm>
            <a:off x="4885341" y="365125"/>
            <a:ext cx="3630007" cy="1807305"/>
          </a:xfrm>
          <a:prstGeom prst="rect">
            <a:avLst/>
          </a:prstGeom>
        </p:spPr>
        <p:txBody>
          <a:bodyPr spcFirstLastPara="1" lIns="91425" tIns="45700" rIns="91425" bIns="45700" anchorCtr="0">
            <a:normAutofit/>
          </a:bodyPr>
          <a:lstStyle/>
          <a:p>
            <a:pPr marL="0" lvl="0" indent="0" rtl="0">
              <a:spcBef>
                <a:spcPts val="0"/>
              </a:spcBef>
              <a:spcAft>
                <a:spcPts val="0"/>
              </a:spcAft>
              <a:buClr>
                <a:schemeClr val="dk1"/>
              </a:buClr>
              <a:buSzPts val="4400"/>
              <a:buFont typeface="Calibri"/>
              <a:buNone/>
            </a:pPr>
            <a:r>
              <a:rPr lang="en-US">
                <a:latin typeface="Calibri"/>
                <a:ea typeface="Calibri"/>
                <a:cs typeface="Calibri"/>
                <a:sym typeface="Calibri"/>
              </a:rPr>
              <a:t>Project Goals &amp; Objectives</a:t>
            </a:r>
            <a:endParaRPr lang="en-US"/>
          </a:p>
        </p:txBody>
      </p:sp>
      <p:pic>
        <p:nvPicPr>
          <p:cNvPr id="108" name="Picture 107">
            <a:extLst>
              <a:ext uri="{FF2B5EF4-FFF2-40B4-BE49-F238E27FC236}">
                <a16:creationId xmlns:a16="http://schemas.microsoft.com/office/drawing/2014/main" id="{6D225C9F-9F55-91D4-22E5-5DAE45F7C943}"/>
              </a:ext>
            </a:extLst>
          </p:cNvPr>
          <p:cNvPicPr>
            <a:picLocks noChangeAspect="1"/>
          </p:cNvPicPr>
          <p:nvPr/>
        </p:nvPicPr>
        <p:blipFill>
          <a:blip r:embed="rId3"/>
          <a:srcRect l="20122" r="14660" b="2"/>
          <a:stretch/>
        </p:blipFill>
        <p:spPr>
          <a:xfrm>
            <a:off x="20" y="10"/>
            <a:ext cx="4587406"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106" name="Google Shape;106;p3"/>
          <p:cNvSpPr txBox="1">
            <a:spLocks noGrp="1"/>
          </p:cNvSpPr>
          <p:nvPr>
            <p:ph type="body" idx="1"/>
          </p:nvPr>
        </p:nvSpPr>
        <p:spPr>
          <a:xfrm>
            <a:off x="4885341" y="2333297"/>
            <a:ext cx="3630007" cy="3843666"/>
          </a:xfrm>
          <a:prstGeom prst="rect">
            <a:avLst/>
          </a:prstGeom>
        </p:spPr>
        <p:txBody>
          <a:bodyPr spcFirstLastPara="1" lIns="91425" tIns="45700" rIns="91425" bIns="45700" anchorCtr="0">
            <a:normAutofit/>
          </a:bodyPr>
          <a:lstStyle/>
          <a:p>
            <a:pPr marL="342900" lvl="0" indent="-254000" rtl="0">
              <a:spcBef>
                <a:spcPts val="0"/>
              </a:spcBef>
              <a:spcAft>
                <a:spcPts val="0"/>
              </a:spcAft>
              <a:buClr>
                <a:schemeClr val="dk1"/>
              </a:buClr>
              <a:buSzPts val="1800"/>
              <a:buChar char="•"/>
            </a:pPr>
            <a:r>
              <a:rPr lang="en-US" sz="1700">
                <a:latin typeface="Calibri"/>
                <a:ea typeface="Calibri"/>
                <a:cs typeface="Calibri"/>
                <a:sym typeface="Calibri"/>
              </a:rPr>
              <a:t>Make cryptography accessible through interactive gameplay.</a:t>
            </a:r>
            <a:endParaRPr lang="en-US" sz="1700"/>
          </a:p>
          <a:p>
            <a:pPr marL="342900" lvl="0" indent="-254000" rtl="0">
              <a:spcBef>
                <a:spcPts val="640"/>
              </a:spcBef>
              <a:spcAft>
                <a:spcPts val="0"/>
              </a:spcAft>
              <a:buClr>
                <a:schemeClr val="dk1"/>
              </a:buClr>
              <a:buSzPts val="1800"/>
              <a:buChar char="•"/>
            </a:pPr>
            <a:r>
              <a:rPr lang="en-US" sz="1700">
                <a:latin typeface="Calibri"/>
                <a:ea typeface="Calibri"/>
                <a:cs typeface="Calibri"/>
                <a:sym typeface="Calibri"/>
              </a:rPr>
              <a:t>Teach cryptographic principles like Caesar Cipher, Rail Fence Cipher, and Vigenère Cipher.</a:t>
            </a:r>
            <a:endParaRPr lang="en-US" sz="1700"/>
          </a:p>
          <a:p>
            <a:pPr marL="342900" lvl="0" indent="-254000" rtl="0">
              <a:spcBef>
                <a:spcPts val="640"/>
              </a:spcBef>
              <a:spcAft>
                <a:spcPts val="0"/>
              </a:spcAft>
              <a:buClr>
                <a:schemeClr val="dk1"/>
              </a:buClr>
              <a:buSzPts val="1800"/>
              <a:buChar char="•"/>
            </a:pPr>
            <a:r>
              <a:rPr lang="en-US" sz="1700">
                <a:latin typeface="Calibri"/>
                <a:ea typeface="Calibri"/>
                <a:cs typeface="Calibri"/>
                <a:sym typeface="Calibri"/>
              </a:rPr>
              <a:t>Encourage learning by experimentation.</a:t>
            </a:r>
            <a:endParaRPr lang="en-US" sz="1700"/>
          </a:p>
          <a:p>
            <a:pPr marL="342900" lvl="0" indent="-254000" rtl="0">
              <a:spcBef>
                <a:spcPts val="640"/>
              </a:spcBef>
              <a:spcAft>
                <a:spcPts val="0"/>
              </a:spcAft>
              <a:buClr>
                <a:schemeClr val="dk1"/>
              </a:buClr>
              <a:buSzPts val="1800"/>
              <a:buChar char="•"/>
            </a:pPr>
            <a:r>
              <a:rPr lang="en-US" sz="1700">
                <a:latin typeface="Calibri"/>
                <a:ea typeface="Calibri"/>
                <a:cs typeface="Calibri"/>
                <a:sym typeface="Calibri"/>
              </a:rPr>
              <a:t>Provide a structured learning progression with increasing difficul</a:t>
            </a:r>
            <a:r>
              <a:rPr lang="en-US" sz="1700"/>
              <a:t>ty.</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0"/>
        <p:cNvGrpSpPr/>
        <p:nvPr/>
      </p:nvGrpSpPr>
      <p:grpSpPr>
        <a:xfrm>
          <a:off x="0" y="0"/>
          <a:ext cx="0" cy="0"/>
          <a:chOff x="0" y="0"/>
          <a:chExt cx="0" cy="0"/>
        </a:xfrm>
      </p:grpSpPr>
      <p:sp>
        <p:nvSpPr>
          <p:cNvPr id="111" name="Google Shape;111;p4"/>
          <p:cNvSpPr txBox="1">
            <a:spLocks noGrp="1"/>
          </p:cNvSpPr>
          <p:nvPr>
            <p:ph type="title"/>
          </p:nvPr>
        </p:nvSpPr>
        <p:spPr>
          <a:xfrm>
            <a:off x="3231881" y="150030"/>
            <a:ext cx="2943045" cy="1160610"/>
          </a:xfrm>
          <a:prstGeom prst="rect">
            <a:avLst/>
          </a:prstGeom>
        </p:spPr>
        <p:txBody>
          <a:bodyPr spcFirstLastPara="1" lIns="91425" tIns="45700" rIns="91425" bIns="45700" anchor="t" anchorCtr="0">
            <a:normAutofit/>
          </a:bodyPr>
          <a:lstStyle/>
          <a:p>
            <a:pPr marL="0" lvl="0" indent="0" rtl="0">
              <a:spcBef>
                <a:spcPts val="0"/>
              </a:spcBef>
              <a:spcAft>
                <a:spcPts val="0"/>
              </a:spcAft>
              <a:buClr>
                <a:schemeClr val="dk1"/>
              </a:buClr>
              <a:buSzPts val="4400"/>
              <a:buFont typeface="Calibri"/>
              <a:buNone/>
            </a:pPr>
            <a:r>
              <a:rPr lang="en-US" sz="2800">
                <a:latin typeface="Calibri"/>
                <a:ea typeface="Calibri"/>
                <a:cs typeface="Calibri"/>
                <a:sym typeface="Calibri"/>
              </a:rPr>
              <a:t>Analysis of Existing Solutions</a:t>
            </a:r>
            <a:endParaRPr lang="en-US" sz="2800"/>
          </a:p>
        </p:txBody>
      </p:sp>
      <p:sp>
        <p:nvSpPr>
          <p:cNvPr id="112" name="Google Shape;112;p4"/>
          <p:cNvSpPr txBox="1">
            <a:spLocks noGrp="1"/>
          </p:cNvSpPr>
          <p:nvPr>
            <p:ph type="body" idx="1"/>
          </p:nvPr>
        </p:nvSpPr>
        <p:spPr>
          <a:xfrm>
            <a:off x="1495575" y="2895191"/>
            <a:ext cx="7255233" cy="464598"/>
          </a:xfrm>
          <a:prstGeom prst="rect">
            <a:avLst/>
          </a:prstGeom>
        </p:spPr>
        <p:txBody>
          <a:bodyPr spcFirstLastPara="1" lIns="91425" tIns="45700" rIns="91425" bIns="45700" anchor="t" anchorCtr="0">
            <a:normAutofit/>
          </a:bodyPr>
          <a:lstStyle/>
          <a:p>
            <a:pPr marL="0" lvl="0" indent="0" rtl="0">
              <a:spcBef>
                <a:spcPts val="0"/>
              </a:spcBef>
              <a:spcAft>
                <a:spcPts val="0"/>
              </a:spcAft>
              <a:buClr>
                <a:schemeClr val="dk1"/>
              </a:buClr>
              <a:buSzPts val="3200"/>
              <a:buNone/>
            </a:pPr>
            <a:r>
              <a:rPr lang="en-US" sz="2400" b="1" err="1">
                <a:latin typeface="Calibri"/>
                <a:ea typeface="Calibri"/>
                <a:cs typeface="Calibri"/>
                <a:sym typeface="Calibri"/>
              </a:rPr>
              <a:t>CryptoClub</a:t>
            </a:r>
            <a:r>
              <a:rPr lang="en-US" sz="2400" b="1">
                <a:latin typeface="Calibri"/>
                <a:ea typeface="Calibri"/>
                <a:cs typeface="Calibri"/>
                <a:sym typeface="Calibri"/>
              </a:rPr>
              <a:t> </a:t>
            </a:r>
            <a:r>
              <a:rPr lang="en-US" sz="2400">
                <a:latin typeface="Calibri"/>
                <a:ea typeface="Calibri"/>
                <a:cs typeface="Calibri"/>
                <a:sym typeface="Calibri"/>
              </a:rPr>
              <a:t>				</a:t>
            </a:r>
            <a:r>
              <a:rPr lang="en-US" sz="2400" b="1">
                <a:latin typeface="Calibri"/>
                <a:ea typeface="Calibri"/>
                <a:cs typeface="Calibri"/>
                <a:sym typeface="Calibri"/>
              </a:rPr>
              <a:t>  CYPHER                        </a:t>
            </a:r>
          </a:p>
          <a:p>
            <a:pPr marL="0" lvl="0" indent="0" rtl="0">
              <a:spcBef>
                <a:spcPts val="0"/>
              </a:spcBef>
              <a:spcAft>
                <a:spcPts val="0"/>
              </a:spcAft>
              <a:buNone/>
            </a:pPr>
            <a:endParaRPr lang="en-US" sz="1700"/>
          </a:p>
          <a:p>
            <a:pPr marL="0" lvl="0" indent="0" rtl="0">
              <a:spcBef>
                <a:spcPts val="0"/>
              </a:spcBef>
              <a:spcAft>
                <a:spcPts val="0"/>
              </a:spcAft>
              <a:buNone/>
            </a:pPr>
            <a:endParaRPr lang="en-US" sz="1700"/>
          </a:p>
        </p:txBody>
      </p:sp>
      <p:pic>
        <p:nvPicPr>
          <p:cNvPr id="113" name="Google Shape;113;p4"/>
          <p:cNvPicPr preferRelativeResize="0"/>
          <p:nvPr/>
        </p:nvPicPr>
        <p:blipFill>
          <a:blip r:embed="rId3"/>
          <a:srcRect t="1113" r="1" b="1"/>
          <a:stretch/>
        </p:blipFill>
        <p:spPr>
          <a:xfrm>
            <a:off x="-12" y="3467101"/>
            <a:ext cx="4572001" cy="3267536"/>
          </a:xfrm>
          <a:prstGeom prst="rect">
            <a:avLst/>
          </a:prstGeom>
          <a:noFill/>
          <a:ln>
            <a:solidFill>
              <a:schemeClr val="tx1"/>
            </a:solidFill>
          </a:ln>
          <a:effectLst>
            <a:softEdge rad="0"/>
          </a:effectLst>
        </p:spPr>
      </p:pic>
      <p:pic>
        <p:nvPicPr>
          <p:cNvPr id="114" name="Google Shape;114;p4"/>
          <p:cNvPicPr preferRelativeResize="0"/>
          <p:nvPr/>
        </p:nvPicPr>
        <p:blipFill>
          <a:blip r:embed="rId4"/>
          <a:srcRect l="11683" r="9970"/>
          <a:stretch/>
        </p:blipFill>
        <p:spPr>
          <a:xfrm>
            <a:off x="4572010" y="3467101"/>
            <a:ext cx="4571999" cy="3340893"/>
          </a:xfrm>
          <a:prstGeom prst="rect">
            <a:avLst/>
          </a:prstGeom>
          <a:pattFill prst="pct5">
            <a:fgClr>
              <a:schemeClr val="accent1"/>
            </a:fgClr>
            <a:bgClr>
              <a:schemeClr val="bg1"/>
            </a:bgClr>
          </a:pattFill>
          <a:ln>
            <a:solidFill>
              <a:schemeClr val="tx1"/>
            </a:solidFill>
          </a:ln>
          <a:effectLst/>
        </p:spPr>
      </p:pic>
      <p:grpSp>
        <p:nvGrpSpPr>
          <p:cNvPr id="119" name="Group 118">
            <a:extLst>
              <a:ext uri="{FF2B5EF4-FFF2-40B4-BE49-F238E27FC236}">
                <a16:creationId xmlns:a16="http://schemas.microsoft.com/office/drawing/2014/main" id="{9EA74336-CFA2-D575-E9E6-7F3109CB1E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6735337"/>
            <a:ext cx="9144000" cy="123363"/>
            <a:chOff x="876692" y="4888672"/>
            <a:chExt cx="10439007" cy="123363"/>
          </a:xfrm>
        </p:grpSpPr>
        <p:sp>
          <p:nvSpPr>
            <p:cNvPr id="120" name="Rectangle 119">
              <a:extLst>
                <a:ext uri="{FF2B5EF4-FFF2-40B4-BE49-F238E27FC236}">
                  <a16:creationId xmlns:a16="http://schemas.microsoft.com/office/drawing/2014/main" id="{E36AA1E3-7523-9B01-1251-BFCCE40670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6034515" y="-269151"/>
              <a:ext cx="123362" cy="10439007"/>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90A0A5E6-B19C-4BF9-7231-108F92685C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719273" y="2415609"/>
              <a:ext cx="123362" cy="5069490"/>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8"/>
        <p:cNvGrpSpPr/>
        <p:nvPr/>
      </p:nvGrpSpPr>
      <p:grpSpPr>
        <a:xfrm>
          <a:off x="0" y="0"/>
          <a:ext cx="0" cy="0"/>
          <a:chOff x="0" y="0"/>
          <a:chExt cx="0" cy="0"/>
        </a:xfrm>
      </p:grpSpPr>
      <p:sp useBgFill="1">
        <p:nvSpPr>
          <p:cNvPr id="126" name="Rectangle 125">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129">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Google Shape;119;g32b1853d445_0_0"/>
          <p:cNvSpPr txBox="1">
            <a:spLocks noGrp="1"/>
          </p:cNvSpPr>
          <p:nvPr>
            <p:ph type="title"/>
          </p:nvPr>
        </p:nvSpPr>
        <p:spPr>
          <a:xfrm>
            <a:off x="1028697" y="348865"/>
            <a:ext cx="7533018" cy="877729"/>
          </a:xfrm>
          <a:prstGeom prst="rect">
            <a:avLst/>
          </a:prstGeom>
        </p:spPr>
        <p:txBody>
          <a:bodyPr spcFirstLastPara="1" lIns="91425" tIns="45700" rIns="91425" bIns="45700" anchor="ctr" anchorCtr="0">
            <a:normAutofit/>
          </a:bodyPr>
          <a:lstStyle/>
          <a:p>
            <a:pPr marL="0" lvl="0" indent="0" rtl="0">
              <a:spcBef>
                <a:spcPts val="360"/>
              </a:spcBef>
              <a:spcAft>
                <a:spcPts val="0"/>
              </a:spcAft>
              <a:buClr>
                <a:schemeClr val="dk1"/>
              </a:buClr>
              <a:buSzPts val="1100"/>
              <a:buFont typeface="Arial"/>
              <a:buNone/>
            </a:pPr>
            <a:r>
              <a:rPr lang="en-US" sz="3500" b="1">
                <a:solidFill>
                  <a:srgbClr val="FFFFFF"/>
                </a:solidFill>
              </a:rPr>
              <a:t>How is Enigma Academy different?</a:t>
            </a:r>
          </a:p>
          <a:p>
            <a:pPr marL="0" lvl="0" indent="0" rtl="0">
              <a:spcBef>
                <a:spcPts val="0"/>
              </a:spcBef>
              <a:spcAft>
                <a:spcPts val="0"/>
              </a:spcAft>
              <a:buNone/>
            </a:pPr>
            <a:endParaRPr lang="en-US" sz="3500">
              <a:solidFill>
                <a:srgbClr val="FFFFFF"/>
              </a:solidFill>
            </a:endParaRPr>
          </a:p>
        </p:txBody>
      </p:sp>
      <p:graphicFrame>
        <p:nvGraphicFramePr>
          <p:cNvPr id="122" name="Google Shape;120;g32b1853d445_0_0">
            <a:extLst>
              <a:ext uri="{FF2B5EF4-FFF2-40B4-BE49-F238E27FC236}">
                <a16:creationId xmlns:a16="http://schemas.microsoft.com/office/drawing/2014/main" id="{7C2370DE-9FD5-C05C-DF01-96533994D2A3}"/>
              </a:ext>
            </a:extLst>
          </p:cNvPr>
          <p:cNvGraphicFramePr/>
          <p:nvPr>
            <p:extLst>
              <p:ext uri="{D42A27DB-BD31-4B8C-83A1-F6EECF244321}">
                <p14:modId xmlns:p14="http://schemas.microsoft.com/office/powerpoint/2010/main" val="434554817"/>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24"/>
        <p:cNvGrpSpPr/>
        <p:nvPr/>
      </p:nvGrpSpPr>
      <p:grpSpPr>
        <a:xfrm>
          <a:off x="0" y="0"/>
          <a:ext cx="0" cy="0"/>
          <a:chOff x="0" y="0"/>
          <a:chExt cx="0" cy="0"/>
        </a:xfrm>
      </p:grpSpPr>
      <p:sp useBgFill="1">
        <p:nvSpPr>
          <p:cNvPr id="132" name="Rectangle 13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Rectangle 13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Google Shape;125;p5"/>
          <p:cNvSpPr txBox="1">
            <a:spLocks noGrp="1"/>
          </p:cNvSpPr>
          <p:nvPr>
            <p:ph type="title"/>
          </p:nvPr>
        </p:nvSpPr>
        <p:spPr>
          <a:xfrm>
            <a:off x="1028697" y="348865"/>
            <a:ext cx="7533018" cy="877729"/>
          </a:xfrm>
          <a:prstGeom prst="rect">
            <a:avLst/>
          </a:prstGeom>
        </p:spPr>
        <p:txBody>
          <a:bodyPr spcFirstLastPara="1" lIns="91425" tIns="45700" rIns="91425" bIns="45700" anchor="ctr" anchorCtr="0">
            <a:normAutofit/>
          </a:bodyPr>
          <a:lstStyle/>
          <a:p>
            <a:pPr marL="0" lvl="0" indent="0" rtl="0">
              <a:spcBef>
                <a:spcPts val="0"/>
              </a:spcBef>
              <a:spcAft>
                <a:spcPts val="0"/>
              </a:spcAft>
              <a:buClr>
                <a:schemeClr val="dk1"/>
              </a:buClr>
              <a:buSzPts val="4400"/>
              <a:buFont typeface="Calibri"/>
              <a:buNone/>
            </a:pPr>
            <a:r>
              <a:rPr lang="en-US" sz="3500">
                <a:solidFill>
                  <a:srgbClr val="FFFFFF"/>
                </a:solidFill>
                <a:latin typeface="Calibri"/>
                <a:ea typeface="Calibri"/>
                <a:cs typeface="Calibri"/>
                <a:sym typeface="Calibri"/>
              </a:rPr>
              <a:t>Overview of Enigma Academy</a:t>
            </a:r>
            <a:endParaRPr lang="en-US" sz="3500">
              <a:solidFill>
                <a:srgbClr val="FFFFFF"/>
              </a:solidFill>
            </a:endParaRPr>
          </a:p>
        </p:txBody>
      </p:sp>
      <p:graphicFrame>
        <p:nvGraphicFramePr>
          <p:cNvPr id="128" name="Google Shape;126;p5">
            <a:extLst>
              <a:ext uri="{FF2B5EF4-FFF2-40B4-BE49-F238E27FC236}">
                <a16:creationId xmlns:a16="http://schemas.microsoft.com/office/drawing/2014/main" id="{40294C08-D809-B228-FF07-32B86C1CA6DA}"/>
              </a:ext>
            </a:extLst>
          </p:cNvPr>
          <p:cNvGraphicFramePr/>
          <p:nvPr>
            <p:extLst>
              <p:ext uri="{D42A27DB-BD31-4B8C-83A1-F6EECF244321}">
                <p14:modId xmlns:p14="http://schemas.microsoft.com/office/powerpoint/2010/main" val="2773709622"/>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2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B978551B-BF25-EA3C-566E-7E2AE5AB0714}"/>
              </a:ext>
            </a:extLst>
          </p:cNvPr>
          <p:cNvSpPr>
            <a:spLocks noGrp="1"/>
          </p:cNvSpPr>
          <p:nvPr>
            <p:ph type="title"/>
          </p:nvPr>
        </p:nvSpPr>
        <p:spPr>
          <a:xfrm>
            <a:off x="350041" y="586855"/>
            <a:ext cx="2401025" cy="3387497"/>
          </a:xfrm>
        </p:spPr>
        <p:txBody>
          <a:bodyPr anchor="b">
            <a:normAutofit/>
          </a:bodyPr>
          <a:lstStyle/>
          <a:p>
            <a:pPr algn="r"/>
            <a:r>
              <a:rPr lang="en-US" sz="3200">
                <a:solidFill>
                  <a:srgbClr val="FFFFFF"/>
                </a:solidFill>
              </a:rPr>
              <a:t>What is cryptography</a:t>
            </a:r>
            <a:endParaRPr lang="en-IL" sz="3200">
              <a:solidFill>
                <a:srgbClr val="FFFFFF"/>
              </a:solidFill>
            </a:endParaRPr>
          </a:p>
        </p:txBody>
      </p:sp>
      <p:sp>
        <p:nvSpPr>
          <p:cNvPr id="5" name="Text Placeholder 4">
            <a:extLst>
              <a:ext uri="{FF2B5EF4-FFF2-40B4-BE49-F238E27FC236}">
                <a16:creationId xmlns:a16="http://schemas.microsoft.com/office/drawing/2014/main" id="{22A4A793-E376-EFAF-8112-8CA3567E9267}"/>
              </a:ext>
            </a:extLst>
          </p:cNvPr>
          <p:cNvSpPr>
            <a:spLocks noGrp="1"/>
          </p:cNvSpPr>
          <p:nvPr>
            <p:ph type="body" idx="1"/>
          </p:nvPr>
        </p:nvSpPr>
        <p:spPr>
          <a:xfrm>
            <a:off x="3615363" y="655976"/>
            <a:ext cx="4916510" cy="5546047"/>
          </a:xfrm>
        </p:spPr>
        <p:txBody>
          <a:bodyPr anchor="ctr">
            <a:normAutofit/>
          </a:bodyPr>
          <a:lstStyle/>
          <a:p>
            <a:pPr marL="114300" indent="0">
              <a:buNone/>
            </a:pPr>
            <a:r>
              <a:rPr lang="en-US" sz="2000"/>
              <a:t>the process of hiding or coding information so that only the person a message was intended for can read it .</a:t>
            </a:r>
          </a:p>
          <a:p>
            <a:pPr marL="114300" indent="0">
              <a:buNone/>
            </a:pPr>
            <a:endParaRPr lang="en-US" sz="1100">
              <a:solidFill>
                <a:schemeClr val="tx1"/>
              </a:solidFill>
            </a:endParaRPr>
          </a:p>
          <a:p>
            <a:r>
              <a:rPr lang="en-US" sz="1800">
                <a:solidFill>
                  <a:schemeClr val="tx1"/>
                </a:solidFill>
              </a:rPr>
              <a:t>Encryption &amp; Decryption</a:t>
            </a:r>
          </a:p>
          <a:p>
            <a:r>
              <a:rPr lang="en-US" sz="1800">
                <a:solidFill>
                  <a:schemeClr val="tx1"/>
                </a:solidFill>
              </a:rPr>
              <a:t>Used in Security</a:t>
            </a:r>
          </a:p>
          <a:p>
            <a:r>
              <a:rPr lang="en-US" sz="1800">
                <a:solidFill>
                  <a:schemeClr val="tx1"/>
                </a:solidFill>
              </a:rPr>
              <a:t>Data security, online banking, encrypted messaging</a:t>
            </a:r>
            <a:endParaRPr lang="en-IL" sz="1800">
              <a:solidFill>
                <a:schemeClr val="tx1"/>
              </a:solidFill>
            </a:endParaRPr>
          </a:p>
        </p:txBody>
      </p:sp>
    </p:spTree>
    <p:extLst>
      <p:ext uri="{BB962C8B-B14F-4D97-AF65-F5344CB8AC3E}">
        <p14:creationId xmlns:p14="http://schemas.microsoft.com/office/powerpoint/2010/main" val="46306693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FFCF00-C0CE-7303-5523-94B7A666A4CC}"/>
              </a:ext>
            </a:extLst>
          </p:cNvPr>
          <p:cNvSpPr>
            <a:spLocks noGrp="1"/>
          </p:cNvSpPr>
          <p:nvPr>
            <p:ph type="title"/>
          </p:nvPr>
        </p:nvSpPr>
        <p:spPr>
          <a:xfrm>
            <a:off x="1028700" y="294538"/>
            <a:ext cx="5402290" cy="1033669"/>
          </a:xfrm>
        </p:spPr>
        <p:txBody>
          <a:bodyPr>
            <a:normAutofit/>
          </a:bodyPr>
          <a:lstStyle/>
          <a:p>
            <a:r>
              <a:rPr lang="en-US" sz="3500">
                <a:solidFill>
                  <a:srgbClr val="FFFFFF"/>
                </a:solidFill>
              </a:rPr>
              <a:t>Cipher Tools we Focus on </a:t>
            </a:r>
            <a:endParaRPr lang="en-IL" sz="3500">
              <a:solidFill>
                <a:srgbClr val="FFFFFF"/>
              </a:solidFill>
            </a:endParaRPr>
          </a:p>
        </p:txBody>
      </p:sp>
      <p:sp>
        <p:nvSpPr>
          <p:cNvPr id="3" name="Text Placeholder 2">
            <a:extLst>
              <a:ext uri="{FF2B5EF4-FFF2-40B4-BE49-F238E27FC236}">
                <a16:creationId xmlns:a16="http://schemas.microsoft.com/office/drawing/2014/main" id="{79E45366-8EA4-D27F-070D-56C0324A887F}"/>
              </a:ext>
            </a:extLst>
          </p:cNvPr>
          <p:cNvSpPr>
            <a:spLocks noGrp="1"/>
          </p:cNvSpPr>
          <p:nvPr>
            <p:ph type="body" idx="1"/>
          </p:nvPr>
        </p:nvSpPr>
        <p:spPr>
          <a:xfrm>
            <a:off x="1028699" y="2318197"/>
            <a:ext cx="7293023" cy="3683358"/>
          </a:xfrm>
        </p:spPr>
        <p:txBody>
          <a:bodyPr anchor="t">
            <a:normAutofit/>
          </a:bodyPr>
          <a:lstStyle/>
          <a:p>
            <a:pPr marL="114300" indent="0">
              <a:buNone/>
            </a:pPr>
            <a:r>
              <a:rPr lang="en-US" sz="2000"/>
              <a:t>Cipher tools are algorithms used to encrypt and decrypt messages by transforming plaintext into ciphertext.</a:t>
            </a:r>
          </a:p>
          <a:p>
            <a:pPr marL="114300" indent="0">
              <a:buNone/>
            </a:pPr>
            <a:endParaRPr lang="en-US" sz="1700">
              <a:latin typeface="Calibri" panose="020F0502020204030204" pitchFamily="34" charset="0"/>
              <a:ea typeface="Calibri" panose="020F0502020204030204" pitchFamily="34" charset="0"/>
              <a:cs typeface="Calibri" panose="020F0502020204030204" pitchFamily="34" charset="0"/>
            </a:endParaRPr>
          </a:p>
          <a:p>
            <a:r>
              <a:rPr kumimoji="0" lang="en-US" sz="2000" i="0" u="none" strike="noStrike" kern="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Caesar Cipher</a:t>
            </a:r>
          </a:p>
          <a:p>
            <a:r>
              <a:rPr lang="en-US" sz="2000">
                <a:latin typeface="Calibri" panose="020F0502020204030204" pitchFamily="34" charset="0"/>
                <a:ea typeface="Calibri" panose="020F0502020204030204" pitchFamily="34" charset="0"/>
                <a:cs typeface="Calibri" panose="020F0502020204030204" pitchFamily="34" charset="0"/>
              </a:rPr>
              <a:t>Rail Fence Cipher</a:t>
            </a:r>
          </a:p>
          <a:p>
            <a:r>
              <a:rPr lang="en-US" sz="2000">
                <a:latin typeface="Calibri" panose="020F0502020204030204" pitchFamily="34" charset="0"/>
                <a:ea typeface="Calibri" panose="020F0502020204030204" pitchFamily="34" charset="0"/>
                <a:cs typeface="Calibri" panose="020F0502020204030204" pitchFamily="34" charset="0"/>
              </a:rPr>
              <a:t>Vigenère Cipher</a:t>
            </a:r>
          </a:p>
        </p:txBody>
      </p:sp>
      <p:pic>
        <p:nvPicPr>
          <p:cNvPr id="9" name="Picture 8" descr="A blue and black key&#10;&#10;Description automatically generated">
            <a:extLst>
              <a:ext uri="{FF2B5EF4-FFF2-40B4-BE49-F238E27FC236}">
                <a16:creationId xmlns:a16="http://schemas.microsoft.com/office/drawing/2014/main" id="{5D8844A8-92C2-3D5E-D9F2-300EAB02E38F}"/>
              </a:ext>
            </a:extLst>
          </p:cNvPr>
          <p:cNvPicPr>
            <a:picLocks noChangeAspect="1"/>
          </p:cNvPicPr>
          <p:nvPr/>
        </p:nvPicPr>
        <p:blipFill>
          <a:blip r:embed="rId3"/>
          <a:stretch>
            <a:fillRect/>
          </a:stretch>
        </p:blipFill>
        <p:spPr>
          <a:xfrm>
            <a:off x="6225949" y="278535"/>
            <a:ext cx="1033669" cy="1033669"/>
          </a:xfrm>
          <a:prstGeom prst="rect">
            <a:avLst/>
          </a:prstGeom>
        </p:spPr>
      </p:pic>
      <p:pic>
        <p:nvPicPr>
          <p:cNvPr id="13" name="Picture 12" descr="A circular black and white circle with letters&#10;&#10;Description automatically generated">
            <a:extLst>
              <a:ext uri="{FF2B5EF4-FFF2-40B4-BE49-F238E27FC236}">
                <a16:creationId xmlns:a16="http://schemas.microsoft.com/office/drawing/2014/main" id="{78A85E84-6153-9CE3-759D-AC7565E25BA5}"/>
              </a:ext>
            </a:extLst>
          </p:cNvPr>
          <p:cNvPicPr>
            <a:picLocks noChangeAspect="1"/>
          </p:cNvPicPr>
          <p:nvPr/>
        </p:nvPicPr>
        <p:blipFill>
          <a:blip r:embed="rId4"/>
          <a:stretch>
            <a:fillRect/>
          </a:stretch>
        </p:blipFill>
        <p:spPr>
          <a:xfrm>
            <a:off x="7029341" y="2962161"/>
            <a:ext cx="1909189" cy="1885715"/>
          </a:xfrm>
          <a:prstGeom prst="rect">
            <a:avLst/>
          </a:prstGeom>
        </p:spPr>
      </p:pic>
      <p:pic>
        <p:nvPicPr>
          <p:cNvPr id="17" name="Picture 16" descr="A diagram of a message&#10;&#10;Description automatically generated">
            <a:extLst>
              <a:ext uri="{FF2B5EF4-FFF2-40B4-BE49-F238E27FC236}">
                <a16:creationId xmlns:a16="http://schemas.microsoft.com/office/drawing/2014/main" id="{B8625919-2584-48C9-97BE-643626427D94}"/>
              </a:ext>
            </a:extLst>
          </p:cNvPr>
          <p:cNvPicPr>
            <a:picLocks noChangeAspect="1"/>
          </p:cNvPicPr>
          <p:nvPr/>
        </p:nvPicPr>
        <p:blipFill>
          <a:blip r:embed="rId5"/>
          <a:stretch>
            <a:fillRect/>
          </a:stretch>
        </p:blipFill>
        <p:spPr>
          <a:xfrm>
            <a:off x="3781020" y="3818287"/>
            <a:ext cx="3095625" cy="1476375"/>
          </a:xfrm>
          <a:prstGeom prst="rect">
            <a:avLst/>
          </a:prstGeom>
        </p:spPr>
      </p:pic>
      <p:pic>
        <p:nvPicPr>
          <p:cNvPr id="19" name="Picture 18" descr="A crossword puzzle with a green line&#10;&#10;Description automatically generated">
            <a:extLst>
              <a:ext uri="{FF2B5EF4-FFF2-40B4-BE49-F238E27FC236}">
                <a16:creationId xmlns:a16="http://schemas.microsoft.com/office/drawing/2014/main" id="{4D27C619-8399-C055-FF4E-4E787E1609E4}"/>
              </a:ext>
            </a:extLst>
          </p:cNvPr>
          <p:cNvPicPr>
            <a:picLocks noChangeAspect="1"/>
          </p:cNvPicPr>
          <p:nvPr/>
        </p:nvPicPr>
        <p:blipFill>
          <a:blip r:embed="rId6"/>
          <a:stretch>
            <a:fillRect/>
          </a:stretch>
        </p:blipFill>
        <p:spPr>
          <a:xfrm>
            <a:off x="822278" y="4837372"/>
            <a:ext cx="2686050" cy="1704975"/>
          </a:xfrm>
          <a:prstGeom prst="rect">
            <a:avLst/>
          </a:prstGeom>
        </p:spPr>
      </p:pic>
    </p:spTree>
    <p:extLst>
      <p:ext uri="{BB962C8B-B14F-4D97-AF65-F5344CB8AC3E}">
        <p14:creationId xmlns:p14="http://schemas.microsoft.com/office/powerpoint/2010/main" val="166345869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936A77-2638-7E95-A76C-2FB1A2F505A2}"/>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26855E21-2798-B4DD-C7EB-309641A6528C}"/>
              </a:ext>
            </a:extLst>
          </p:cNvPr>
          <p:cNvSpPr>
            <a:spLocks noGrp="1"/>
          </p:cNvSpPr>
          <p:nvPr>
            <p:ph type="title"/>
          </p:nvPr>
        </p:nvSpPr>
        <p:spPr>
          <a:xfrm>
            <a:off x="1028699" y="294538"/>
            <a:ext cx="7421963" cy="1033669"/>
          </a:xfrm>
        </p:spPr>
        <p:txBody>
          <a:bodyPr>
            <a:normAutofit/>
          </a:bodyPr>
          <a:lstStyle/>
          <a:p>
            <a:r>
              <a:rPr lang="en-US" sz="3500">
                <a:solidFill>
                  <a:srgbClr val="FFFFFF"/>
                </a:solidFill>
              </a:rPr>
              <a:t>Unity Engine</a:t>
            </a:r>
            <a:endParaRPr lang="en-IL" sz="3500">
              <a:solidFill>
                <a:srgbClr val="FFFFFF"/>
              </a:solidFill>
            </a:endParaRPr>
          </a:p>
        </p:txBody>
      </p:sp>
      <p:sp>
        <p:nvSpPr>
          <p:cNvPr id="2" name="Text Placeholder 1">
            <a:extLst>
              <a:ext uri="{FF2B5EF4-FFF2-40B4-BE49-F238E27FC236}">
                <a16:creationId xmlns:a16="http://schemas.microsoft.com/office/drawing/2014/main" id="{1C29AD03-A4D7-2834-586B-194E6A381DC4}"/>
              </a:ext>
            </a:extLst>
          </p:cNvPr>
          <p:cNvSpPr>
            <a:spLocks noGrp="1" noChangeArrowheads="1"/>
          </p:cNvSpPr>
          <p:nvPr>
            <p:ph type="body" idx="1"/>
          </p:nvPr>
        </p:nvSpPr>
        <p:spPr bwMode="auto">
          <a:xfrm>
            <a:off x="1028699" y="2318197"/>
            <a:ext cx="7293023" cy="368335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285750" indent="-285750" eaLnBrk="0" fontAlgn="base" hangingPunct="0">
              <a:spcBef>
                <a:spcPct val="0"/>
              </a:spcBef>
              <a:spcAft>
                <a:spcPts val="600"/>
              </a:spcAft>
              <a:buClrTx/>
              <a:buSzTx/>
            </a:pPr>
            <a:r>
              <a:rPr kumimoji="0" lang="en-US" altLang="en-IL" sz="2000" b="1" i="0" u="none" strike="noStrike" cap="none" normalizeH="0" baseline="0">
                <a:ln>
                  <a:noFill/>
                </a:ln>
                <a:effectLst/>
                <a:latin typeface="Calibri" panose="020F0502020204030204" pitchFamily="34" charset="0"/>
                <a:ea typeface="Calibri" panose="020F0502020204030204" pitchFamily="34" charset="0"/>
                <a:cs typeface="Calibri" panose="020F0502020204030204" pitchFamily="34" charset="0"/>
              </a:rPr>
              <a:t>2D Game Development </a:t>
            </a:r>
            <a:r>
              <a:rPr kumimoji="0" lang="en-US" altLang="en-IL" sz="2000" b="0" i="0" u="none" strike="noStrike" cap="none" normalizeH="0" baseline="0">
                <a:ln>
                  <a:noFill/>
                </a:ln>
                <a:effectLst/>
                <a:latin typeface="Calibri" panose="020F0502020204030204" pitchFamily="34" charset="0"/>
                <a:ea typeface="Calibri" panose="020F0502020204030204" pitchFamily="34" charset="0"/>
                <a:cs typeface="Calibri" panose="020F0502020204030204" pitchFamily="34" charset="0"/>
              </a:rPr>
              <a:t>– Unity’s tools help create top-down environments, player movement, and interactive objects.</a:t>
            </a:r>
          </a:p>
          <a:p>
            <a:pPr marL="0" indent="0" eaLnBrk="0" fontAlgn="base" hangingPunct="0">
              <a:spcBef>
                <a:spcPct val="0"/>
              </a:spcBef>
              <a:spcAft>
                <a:spcPts val="600"/>
              </a:spcAft>
              <a:buClrTx/>
              <a:buSzTx/>
              <a:buNone/>
            </a:pPr>
            <a:endParaRPr kumimoji="0" lang="en-US" altLang="en-IL" sz="2000" b="0" i="0" u="none" strike="noStrike" cap="none" normalizeH="0" baseline="0">
              <a:ln>
                <a:noFill/>
              </a:ln>
              <a:effectLst/>
              <a:latin typeface="Calibri" panose="020F0502020204030204" pitchFamily="34" charset="0"/>
              <a:ea typeface="Calibri" panose="020F0502020204030204" pitchFamily="34" charset="0"/>
              <a:cs typeface="Calibri" panose="020F0502020204030204" pitchFamily="34" charset="0"/>
            </a:endParaRPr>
          </a:p>
          <a:p>
            <a:pPr marL="285750" indent="-285750" eaLnBrk="0" fontAlgn="base" hangingPunct="0">
              <a:spcBef>
                <a:spcPct val="0"/>
              </a:spcBef>
              <a:spcAft>
                <a:spcPts val="600"/>
              </a:spcAft>
              <a:buClrTx/>
              <a:buSzTx/>
            </a:pPr>
            <a:r>
              <a:rPr kumimoji="0" lang="en-US" altLang="en-IL" sz="2000" b="1" i="0" u="none" strike="noStrike" cap="none" normalizeH="0" baseline="0">
                <a:ln>
                  <a:noFill/>
                </a:ln>
                <a:effectLst/>
                <a:latin typeface="Calibri" panose="020F0502020204030204" pitchFamily="34" charset="0"/>
                <a:ea typeface="Calibri" panose="020F0502020204030204" pitchFamily="34" charset="0"/>
                <a:cs typeface="Calibri" panose="020F0502020204030204" pitchFamily="34" charset="0"/>
              </a:rPr>
              <a:t>Scripting &amp; Logic </a:t>
            </a:r>
            <a:r>
              <a:rPr kumimoji="0" lang="en-US" altLang="en-IL" sz="2000" b="0" i="0" u="none" strike="noStrike" cap="none" normalizeH="0" baseline="0">
                <a:ln>
                  <a:noFill/>
                </a:ln>
                <a:effectLst/>
                <a:latin typeface="Calibri" panose="020F0502020204030204" pitchFamily="34" charset="0"/>
                <a:ea typeface="Calibri" panose="020F0502020204030204" pitchFamily="34" charset="0"/>
                <a:cs typeface="Calibri" panose="020F0502020204030204" pitchFamily="34" charset="0"/>
              </a:rPr>
              <a:t>– C# scripting allows implementing game mechanics like the inventory system, puzzle logic, and room transitions.</a:t>
            </a:r>
          </a:p>
          <a:p>
            <a:pPr marL="0" indent="0" eaLnBrk="0" fontAlgn="base" hangingPunct="0">
              <a:spcBef>
                <a:spcPct val="0"/>
              </a:spcBef>
              <a:spcAft>
                <a:spcPts val="600"/>
              </a:spcAft>
              <a:buClrTx/>
              <a:buSzTx/>
              <a:buNone/>
            </a:pPr>
            <a:endParaRPr kumimoji="0" lang="en-US" altLang="en-IL" sz="2000" b="0" i="0" u="none" strike="noStrike" cap="none" normalizeH="0" baseline="0">
              <a:ln>
                <a:noFill/>
              </a:ln>
              <a:effectLst/>
              <a:latin typeface="Calibri" panose="020F0502020204030204" pitchFamily="34" charset="0"/>
              <a:ea typeface="Calibri" panose="020F0502020204030204" pitchFamily="34" charset="0"/>
              <a:cs typeface="Calibri" panose="020F0502020204030204" pitchFamily="34" charset="0"/>
            </a:endParaRPr>
          </a:p>
          <a:p>
            <a:pPr marL="285750" indent="-285750" eaLnBrk="0" fontAlgn="base" hangingPunct="0">
              <a:spcBef>
                <a:spcPct val="0"/>
              </a:spcBef>
              <a:spcAft>
                <a:spcPts val="600"/>
              </a:spcAft>
              <a:buClrTx/>
              <a:buSzTx/>
            </a:pPr>
            <a:r>
              <a:rPr kumimoji="0" lang="en-US" altLang="en-IL" sz="2000" b="1" i="0" u="none" strike="noStrike" cap="none" normalizeH="0" baseline="0">
                <a:ln>
                  <a:noFill/>
                </a:ln>
                <a:effectLst/>
                <a:latin typeface="Calibri" panose="020F0502020204030204" pitchFamily="34" charset="0"/>
                <a:ea typeface="Calibri" panose="020F0502020204030204" pitchFamily="34" charset="0"/>
                <a:cs typeface="Calibri" panose="020F0502020204030204" pitchFamily="34" charset="0"/>
              </a:rPr>
              <a:t>Data Management </a:t>
            </a:r>
            <a:r>
              <a:rPr kumimoji="0" lang="en-US" altLang="en-IL" sz="2000" b="0" i="0" u="none" strike="noStrike" cap="none" normalizeH="0" baseline="0">
                <a:ln>
                  <a:noFill/>
                </a:ln>
                <a:effectLst/>
                <a:latin typeface="Calibri" panose="020F0502020204030204" pitchFamily="34" charset="0"/>
                <a:ea typeface="Calibri" panose="020F0502020204030204" pitchFamily="34" charset="0"/>
                <a:cs typeface="Calibri" panose="020F0502020204030204" pitchFamily="34" charset="0"/>
              </a:rPr>
              <a:t>– Unity enables local storage (JSON/Game Cache) to save player progress and inventory.</a:t>
            </a:r>
            <a:endParaRPr kumimoji="0" lang="en-IL" altLang="en-IL" sz="2000" b="0" i="0" u="none" strike="noStrike" cap="none" normalizeH="0" baseline="0">
              <a:ln>
                <a:noFill/>
              </a:ln>
              <a:effectLst/>
              <a:latin typeface="Calibri" panose="020F0502020204030204" pitchFamily="34" charset="0"/>
              <a:ea typeface="Calibri" panose="020F0502020204030204" pitchFamily="34" charset="0"/>
              <a:cs typeface="Calibri" panose="020F0502020204030204" pitchFamily="34" charset="0"/>
            </a:endParaRPr>
          </a:p>
        </p:txBody>
      </p:sp>
      <p:pic>
        <p:nvPicPr>
          <p:cNvPr id="7" name="Picture 6" descr="A black background with a black square&#10;&#10;Description automatically generated with medium confidence">
            <a:extLst>
              <a:ext uri="{FF2B5EF4-FFF2-40B4-BE49-F238E27FC236}">
                <a16:creationId xmlns:a16="http://schemas.microsoft.com/office/drawing/2014/main" id="{F20C3651-F13F-5CB2-C222-BB5B1654146D}"/>
              </a:ext>
            </a:extLst>
          </p:cNvPr>
          <p:cNvPicPr>
            <a:picLocks noChangeAspect="1"/>
          </p:cNvPicPr>
          <p:nvPr/>
        </p:nvPicPr>
        <p:blipFill>
          <a:blip r:embed="rId3"/>
          <a:stretch>
            <a:fillRect/>
          </a:stretch>
        </p:blipFill>
        <p:spPr>
          <a:xfrm>
            <a:off x="6193419" y="251933"/>
            <a:ext cx="1154489" cy="1154489"/>
          </a:xfrm>
          <a:prstGeom prst="rect">
            <a:avLst/>
          </a:prstGeom>
        </p:spPr>
      </p:pic>
      <p:pic>
        <p:nvPicPr>
          <p:cNvPr id="16" name="Picture 15" descr="A yellow and white gear with red dots and white rectangles&#10;&#10;Description automatically generated">
            <a:extLst>
              <a:ext uri="{FF2B5EF4-FFF2-40B4-BE49-F238E27FC236}">
                <a16:creationId xmlns:a16="http://schemas.microsoft.com/office/drawing/2014/main" id="{A65384DD-B321-9E92-D6C2-C2DF82C7E1EE}"/>
              </a:ext>
            </a:extLst>
          </p:cNvPr>
          <p:cNvPicPr>
            <a:picLocks noChangeAspect="1"/>
          </p:cNvPicPr>
          <p:nvPr/>
        </p:nvPicPr>
        <p:blipFill>
          <a:blip r:embed="rId4"/>
          <a:stretch>
            <a:fillRect/>
          </a:stretch>
        </p:blipFill>
        <p:spPr>
          <a:xfrm>
            <a:off x="7633398" y="3555023"/>
            <a:ext cx="963806" cy="963806"/>
          </a:xfrm>
          <a:prstGeom prst="rect">
            <a:avLst/>
          </a:prstGeom>
        </p:spPr>
      </p:pic>
      <p:pic>
        <p:nvPicPr>
          <p:cNvPr id="18" name="Picture 17" descr="A yellow game controller with a black background&#10;&#10;Description automatically generated">
            <a:extLst>
              <a:ext uri="{FF2B5EF4-FFF2-40B4-BE49-F238E27FC236}">
                <a16:creationId xmlns:a16="http://schemas.microsoft.com/office/drawing/2014/main" id="{04351CFE-A741-4650-34CA-4AA429401E84}"/>
              </a:ext>
            </a:extLst>
          </p:cNvPr>
          <p:cNvPicPr>
            <a:picLocks noChangeAspect="1"/>
          </p:cNvPicPr>
          <p:nvPr/>
        </p:nvPicPr>
        <p:blipFill>
          <a:blip r:embed="rId5"/>
          <a:stretch>
            <a:fillRect/>
          </a:stretch>
        </p:blipFill>
        <p:spPr>
          <a:xfrm>
            <a:off x="134292" y="2408633"/>
            <a:ext cx="826937" cy="826937"/>
          </a:xfrm>
          <a:prstGeom prst="rect">
            <a:avLst/>
          </a:prstGeom>
        </p:spPr>
      </p:pic>
      <p:pic>
        <p:nvPicPr>
          <p:cNvPr id="22" name="Picture 21" descr="A blue and yellow circular object with a brush&#10;&#10;Description automatically generated with medium confidence">
            <a:extLst>
              <a:ext uri="{FF2B5EF4-FFF2-40B4-BE49-F238E27FC236}">
                <a16:creationId xmlns:a16="http://schemas.microsoft.com/office/drawing/2014/main" id="{E0315616-55E9-146B-0302-596B1379987D}"/>
              </a:ext>
            </a:extLst>
          </p:cNvPr>
          <p:cNvPicPr>
            <a:picLocks noChangeAspect="1"/>
          </p:cNvPicPr>
          <p:nvPr/>
        </p:nvPicPr>
        <p:blipFill>
          <a:blip r:embed="rId6"/>
          <a:stretch>
            <a:fillRect/>
          </a:stretch>
        </p:blipFill>
        <p:spPr>
          <a:xfrm>
            <a:off x="134292" y="5072896"/>
            <a:ext cx="1277581" cy="1277581"/>
          </a:xfrm>
          <a:prstGeom prst="rect">
            <a:avLst/>
          </a:prstGeom>
        </p:spPr>
      </p:pic>
    </p:spTree>
    <p:extLst>
      <p:ext uri="{BB962C8B-B14F-4D97-AF65-F5344CB8AC3E}">
        <p14:creationId xmlns:p14="http://schemas.microsoft.com/office/powerpoint/2010/main" val="88445497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6"/>
        <p:cNvGrpSpPr/>
        <p:nvPr/>
      </p:nvGrpSpPr>
      <p:grpSpPr>
        <a:xfrm>
          <a:off x="0" y="0"/>
          <a:ext cx="0" cy="0"/>
          <a:chOff x="0" y="0"/>
          <a:chExt cx="0" cy="0"/>
        </a:xfrm>
      </p:grpSpPr>
      <p:sp>
        <p:nvSpPr>
          <p:cNvPr id="227" name="Google Shape;227;p6"/>
          <p:cNvSpPr txBox="1">
            <a:spLocks noGrp="1"/>
          </p:cNvSpPr>
          <p:nvPr>
            <p:ph type="title"/>
          </p:nvPr>
        </p:nvSpPr>
        <p:spPr>
          <a:xfrm>
            <a:off x="4834450" y="322375"/>
            <a:ext cx="3704400" cy="630900"/>
          </a:xfrm>
          <a:prstGeom prst="rect">
            <a:avLst/>
          </a:prstGeom>
          <a:noFill/>
          <a:ln>
            <a:noFill/>
          </a:ln>
        </p:spPr>
        <p:txBody>
          <a:bodyPr spcFirstLastPara="1" wrap="square" lIns="91425" tIns="45700" rIns="91425" bIns="45700" anchor="ctr" anchorCtr="0">
            <a:spAutoFit/>
          </a:bodyPr>
          <a:lstStyle/>
          <a:p>
            <a:pPr marL="0" lvl="0" indent="0" algn="ctr" rtl="0">
              <a:lnSpc>
                <a:spcPct val="100000"/>
              </a:lnSpc>
              <a:spcBef>
                <a:spcPts val="0"/>
              </a:spcBef>
              <a:spcAft>
                <a:spcPts val="0"/>
              </a:spcAft>
              <a:buClr>
                <a:schemeClr val="dk1"/>
              </a:buClr>
              <a:buSzPts val="4400"/>
              <a:buFont typeface="Calibri"/>
              <a:buNone/>
            </a:pPr>
            <a:r>
              <a:rPr lang="en-US" sz="3500">
                <a:solidFill>
                  <a:schemeClr val="dk1"/>
                </a:solidFill>
                <a:latin typeface="Calibri"/>
                <a:ea typeface="Calibri"/>
                <a:cs typeface="Calibri"/>
                <a:sym typeface="Calibri"/>
              </a:rPr>
              <a:t>Key Features</a:t>
            </a:r>
            <a:endParaRPr sz="3500">
              <a:solidFill>
                <a:schemeClr val="dk1"/>
              </a:solidFill>
            </a:endParaRPr>
          </a:p>
        </p:txBody>
      </p:sp>
      <p:sp>
        <p:nvSpPr>
          <p:cNvPr id="231" name="Google Shape;231;p6"/>
          <p:cNvSpPr txBox="1">
            <a:spLocks noGrp="1"/>
          </p:cNvSpPr>
          <p:nvPr>
            <p:ph type="body" idx="2"/>
          </p:nvPr>
        </p:nvSpPr>
        <p:spPr>
          <a:xfrm>
            <a:off x="4949175" y="1578825"/>
            <a:ext cx="3954000" cy="3918000"/>
          </a:xfrm>
          <a:prstGeom prst="rect">
            <a:avLst/>
          </a:prstGeom>
          <a:noFill/>
          <a:ln>
            <a:noFill/>
          </a:ln>
        </p:spPr>
        <p:txBody>
          <a:bodyPr spcFirstLastPara="1" wrap="square" lIns="91425" tIns="45700" rIns="91425" bIns="45700" anchor="t" anchorCtr="0">
            <a:normAutofit/>
          </a:bodyPr>
          <a:lstStyle/>
          <a:p>
            <a:pPr marL="342900" lvl="0" indent="-254000" algn="l" rtl="0">
              <a:lnSpc>
                <a:spcPct val="100000"/>
              </a:lnSpc>
              <a:spcBef>
                <a:spcPts val="0"/>
              </a:spcBef>
              <a:spcAft>
                <a:spcPts val="0"/>
              </a:spcAft>
              <a:buClr>
                <a:schemeClr val="dk1"/>
              </a:buClr>
              <a:buSzPts val="1800"/>
              <a:buChar char="•"/>
            </a:pPr>
            <a:r>
              <a:rPr lang="en-US" sz="1700">
                <a:solidFill>
                  <a:schemeClr val="dk1"/>
                </a:solidFill>
                <a:latin typeface="Calibri"/>
                <a:ea typeface="Calibri"/>
                <a:cs typeface="Calibri"/>
                <a:sym typeface="Calibri"/>
              </a:rPr>
              <a:t>Interactive Puzzle Rooms-</a:t>
            </a:r>
            <a:endParaRPr>
              <a:solidFill>
                <a:schemeClr val="dk1"/>
              </a:solidFill>
            </a:endParaRPr>
          </a:p>
          <a:p>
            <a:pPr marL="88900" lvl="0" indent="0" algn="l" rtl="0">
              <a:lnSpc>
                <a:spcPct val="100000"/>
              </a:lnSpc>
              <a:spcBef>
                <a:spcPts val="0"/>
              </a:spcBef>
              <a:spcAft>
                <a:spcPts val="0"/>
              </a:spcAft>
              <a:buClr>
                <a:schemeClr val="dk1"/>
              </a:buClr>
              <a:buSzPts val="1800"/>
              <a:buNone/>
            </a:pPr>
            <a:endParaRPr sz="1700">
              <a:solidFill>
                <a:schemeClr val="dk1"/>
              </a:solidFill>
            </a:endParaRPr>
          </a:p>
          <a:p>
            <a:pPr marL="342900" lvl="0" indent="-254000" algn="l" rtl="0">
              <a:lnSpc>
                <a:spcPct val="100000"/>
              </a:lnSpc>
              <a:spcBef>
                <a:spcPts val="640"/>
              </a:spcBef>
              <a:spcAft>
                <a:spcPts val="0"/>
              </a:spcAft>
              <a:buClr>
                <a:schemeClr val="dk1"/>
              </a:buClr>
              <a:buSzPts val="1800"/>
              <a:buChar char="•"/>
            </a:pPr>
            <a:r>
              <a:rPr lang="en-US" sz="1700">
                <a:solidFill>
                  <a:schemeClr val="dk1"/>
                </a:solidFill>
                <a:latin typeface="Calibri"/>
                <a:ea typeface="Calibri"/>
                <a:cs typeface="Calibri"/>
                <a:sym typeface="Calibri"/>
              </a:rPr>
              <a:t>Dynamic Inventory System </a:t>
            </a:r>
            <a:endParaRPr>
              <a:solidFill>
                <a:schemeClr val="dk1"/>
              </a:solidFill>
            </a:endParaRPr>
          </a:p>
          <a:p>
            <a:pPr marL="88900" lvl="0" indent="0" algn="l" rtl="0">
              <a:lnSpc>
                <a:spcPct val="100000"/>
              </a:lnSpc>
              <a:spcBef>
                <a:spcPts val="640"/>
              </a:spcBef>
              <a:spcAft>
                <a:spcPts val="0"/>
              </a:spcAft>
              <a:buClr>
                <a:schemeClr val="dk1"/>
              </a:buClr>
              <a:buSzPts val="1800"/>
              <a:buNone/>
            </a:pPr>
            <a:endParaRPr sz="1700">
              <a:solidFill>
                <a:schemeClr val="dk1"/>
              </a:solidFill>
              <a:latin typeface="Calibri"/>
              <a:ea typeface="Calibri"/>
              <a:cs typeface="Calibri"/>
              <a:sym typeface="Calibri"/>
            </a:endParaRPr>
          </a:p>
          <a:p>
            <a:pPr marL="342900" lvl="0" indent="-254000" algn="l" rtl="0">
              <a:lnSpc>
                <a:spcPct val="100000"/>
              </a:lnSpc>
              <a:spcBef>
                <a:spcPts val="640"/>
              </a:spcBef>
              <a:spcAft>
                <a:spcPts val="0"/>
              </a:spcAft>
              <a:buClr>
                <a:schemeClr val="dk1"/>
              </a:buClr>
              <a:buSzPts val="1800"/>
              <a:buChar char="•"/>
            </a:pPr>
            <a:r>
              <a:rPr lang="en-US" sz="1700">
                <a:solidFill>
                  <a:schemeClr val="dk1"/>
                </a:solidFill>
                <a:latin typeface="Calibri"/>
                <a:ea typeface="Calibri"/>
                <a:cs typeface="Calibri"/>
                <a:sym typeface="Calibri"/>
              </a:rPr>
              <a:t>Cryptographic Learning </a:t>
            </a:r>
            <a:endParaRPr>
              <a:solidFill>
                <a:schemeClr val="dk1"/>
              </a:solidFill>
            </a:endParaRPr>
          </a:p>
          <a:p>
            <a:pPr marL="88900" lvl="0" indent="0" algn="l" rtl="0">
              <a:lnSpc>
                <a:spcPct val="100000"/>
              </a:lnSpc>
              <a:spcBef>
                <a:spcPts val="640"/>
              </a:spcBef>
              <a:spcAft>
                <a:spcPts val="0"/>
              </a:spcAft>
              <a:buClr>
                <a:schemeClr val="dk1"/>
              </a:buClr>
              <a:buSzPts val="1800"/>
              <a:buNone/>
            </a:pPr>
            <a:endParaRPr sz="1700">
              <a:solidFill>
                <a:schemeClr val="dk1"/>
              </a:solidFill>
            </a:endParaRPr>
          </a:p>
          <a:p>
            <a:pPr marL="342900" lvl="0" indent="-254000" algn="l" rtl="0">
              <a:lnSpc>
                <a:spcPct val="100000"/>
              </a:lnSpc>
              <a:spcBef>
                <a:spcPts val="640"/>
              </a:spcBef>
              <a:spcAft>
                <a:spcPts val="0"/>
              </a:spcAft>
              <a:buClr>
                <a:schemeClr val="dk1"/>
              </a:buClr>
              <a:buSzPts val="1800"/>
              <a:buChar char="•"/>
            </a:pPr>
            <a:r>
              <a:rPr lang="en-US" sz="1700">
                <a:solidFill>
                  <a:schemeClr val="dk1"/>
                </a:solidFill>
                <a:latin typeface="Calibri"/>
                <a:ea typeface="Calibri"/>
                <a:cs typeface="Calibri"/>
                <a:sym typeface="Calibri"/>
              </a:rPr>
              <a:t>Achievement &amp; Reward System </a:t>
            </a:r>
            <a:endParaRPr>
              <a:solidFill>
                <a:schemeClr val="dk1"/>
              </a:solidFill>
            </a:endParaRPr>
          </a:p>
          <a:p>
            <a:pPr marL="342900" lvl="0" indent="-139700" algn="l" rtl="0">
              <a:lnSpc>
                <a:spcPct val="100000"/>
              </a:lnSpc>
              <a:spcBef>
                <a:spcPts val="640"/>
              </a:spcBef>
              <a:spcAft>
                <a:spcPts val="0"/>
              </a:spcAft>
              <a:buClr>
                <a:schemeClr val="dk1"/>
              </a:buClr>
              <a:buSzPts val="1800"/>
              <a:buNone/>
            </a:pPr>
            <a:endParaRPr sz="1700">
              <a:solidFill>
                <a:schemeClr val="dk1"/>
              </a:solidFill>
            </a:endParaRPr>
          </a:p>
          <a:p>
            <a:pPr marL="342900" lvl="0" indent="-254000" algn="l" rtl="0">
              <a:lnSpc>
                <a:spcPct val="100000"/>
              </a:lnSpc>
              <a:spcBef>
                <a:spcPts val="640"/>
              </a:spcBef>
              <a:spcAft>
                <a:spcPts val="0"/>
              </a:spcAft>
              <a:buClr>
                <a:schemeClr val="dk1"/>
              </a:buClr>
              <a:buSzPts val="1800"/>
              <a:buChar char="•"/>
            </a:pPr>
            <a:r>
              <a:rPr lang="en-US" sz="1700">
                <a:solidFill>
                  <a:schemeClr val="dk1"/>
                </a:solidFill>
                <a:latin typeface="Calibri"/>
                <a:ea typeface="Calibri"/>
                <a:cs typeface="Calibri"/>
                <a:sym typeface="Calibri"/>
              </a:rPr>
              <a:t>Incremental Learning Progression</a:t>
            </a:r>
            <a:endParaRPr sz="1700">
              <a:solidFill>
                <a:schemeClr val="dk1"/>
              </a:solidFill>
            </a:endParaRPr>
          </a:p>
        </p:txBody>
      </p:sp>
      <p:pic>
        <p:nvPicPr>
          <p:cNvPr id="228" name="Google Shape;228;p6"/>
          <p:cNvPicPr preferRelativeResize="0"/>
          <p:nvPr/>
        </p:nvPicPr>
        <p:blipFill rotWithShape="1">
          <a:blip r:embed="rId3">
            <a:alphaModFix/>
          </a:blip>
          <a:srcRect l="4856" r="10626" b="1"/>
          <a:stretch/>
        </p:blipFill>
        <p:spPr>
          <a:xfrm>
            <a:off x="712020" y="90551"/>
            <a:ext cx="3140313" cy="2164320"/>
          </a:xfrm>
          <a:prstGeom prst="rect">
            <a:avLst/>
          </a:prstGeom>
          <a:noFill/>
          <a:ln>
            <a:noFill/>
          </a:ln>
        </p:spPr>
      </p:pic>
      <p:pic>
        <p:nvPicPr>
          <p:cNvPr id="230" name="Google Shape;230;p6"/>
          <p:cNvPicPr preferRelativeResize="0"/>
          <p:nvPr/>
        </p:nvPicPr>
        <p:blipFill rotWithShape="1">
          <a:blip r:embed="rId4">
            <a:alphaModFix/>
          </a:blip>
          <a:srcRect l="3424" r="3147" b="-4"/>
          <a:stretch/>
        </p:blipFill>
        <p:spPr>
          <a:xfrm>
            <a:off x="727097" y="4603105"/>
            <a:ext cx="3155392" cy="1757092"/>
          </a:xfrm>
          <a:prstGeom prst="rect">
            <a:avLst/>
          </a:prstGeom>
          <a:noFill/>
          <a:ln>
            <a:noFill/>
          </a:ln>
        </p:spPr>
      </p:pic>
      <p:pic>
        <p:nvPicPr>
          <p:cNvPr id="4" name="Picture 3">
            <a:extLst>
              <a:ext uri="{FF2B5EF4-FFF2-40B4-BE49-F238E27FC236}">
                <a16:creationId xmlns:a16="http://schemas.microsoft.com/office/drawing/2014/main" id="{B294C641-B053-BFC3-F425-C605CC675892}"/>
              </a:ext>
            </a:extLst>
          </p:cNvPr>
          <p:cNvPicPr>
            <a:picLocks noChangeAspect="1"/>
          </p:cNvPicPr>
          <p:nvPr/>
        </p:nvPicPr>
        <p:blipFill>
          <a:blip r:embed="rId5"/>
          <a:stretch>
            <a:fillRect/>
          </a:stretch>
        </p:blipFill>
        <p:spPr>
          <a:xfrm>
            <a:off x="696941" y="2576484"/>
            <a:ext cx="3140313" cy="1705032"/>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35"/>
        <p:cNvGrpSpPr/>
        <p:nvPr/>
      </p:nvGrpSpPr>
      <p:grpSpPr>
        <a:xfrm>
          <a:off x="0" y="0"/>
          <a:ext cx="0" cy="0"/>
          <a:chOff x="0" y="0"/>
          <a:chExt cx="0" cy="0"/>
        </a:xfrm>
      </p:grpSpPr>
      <p:sp useBgFill="1">
        <p:nvSpPr>
          <p:cNvPr id="242" name="Rectangle 24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Rectangle 24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Rectangle 24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Rectangle 24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3985E3-A5F7-295E-A905-31682E1260E3}"/>
              </a:ext>
            </a:extLst>
          </p:cNvPr>
          <p:cNvSpPr>
            <a:spLocks noGrp="1"/>
          </p:cNvSpPr>
          <p:nvPr>
            <p:ph type="title"/>
          </p:nvPr>
        </p:nvSpPr>
        <p:spPr>
          <a:xfrm>
            <a:off x="524784" y="248038"/>
            <a:ext cx="7969992" cy="1159200"/>
          </a:xfrm>
        </p:spPr>
        <p:txBody>
          <a:bodyPr vert="horz" lIns="91440" tIns="45720" rIns="91440" bIns="45720" rtlCol="0" anchor="ctr">
            <a:normAutofit/>
          </a:bodyPr>
          <a:lstStyle/>
          <a:p>
            <a:pPr algn="l">
              <a:lnSpc>
                <a:spcPct val="90000"/>
              </a:lnSpc>
              <a:spcBef>
                <a:spcPct val="0"/>
              </a:spcBef>
            </a:pPr>
            <a:r>
              <a:rPr lang="en-US" sz="2500" kern="1200">
                <a:solidFill>
                  <a:srgbClr val="FFFFFF"/>
                </a:solidFill>
                <a:latin typeface="+mj-lt"/>
                <a:ea typeface="+mj-ea"/>
                <a:cs typeface="+mj-cs"/>
                <a:sym typeface="Arial"/>
              </a:rPr>
              <a:t>Functional &amp; non-Functional Requirements</a:t>
            </a:r>
            <a:endParaRPr lang="en-US" sz="2500" kern="1200">
              <a:solidFill>
                <a:srgbClr val="FFFFFF"/>
              </a:solidFill>
              <a:latin typeface="+mj-lt"/>
              <a:ea typeface="+mj-ea"/>
              <a:cs typeface="+mj-cs"/>
            </a:endParaRPr>
          </a:p>
        </p:txBody>
      </p:sp>
      <p:graphicFrame>
        <p:nvGraphicFramePr>
          <p:cNvPr id="237" name="Google Shape;237;g32b6458df24_2_674"/>
          <p:cNvGraphicFramePr/>
          <p:nvPr>
            <p:extLst>
              <p:ext uri="{D42A27DB-BD31-4B8C-83A1-F6EECF244321}">
                <p14:modId xmlns:p14="http://schemas.microsoft.com/office/powerpoint/2010/main" val="2311645822"/>
              </p:ext>
            </p:extLst>
          </p:nvPr>
        </p:nvGraphicFramePr>
        <p:xfrm>
          <a:off x="1152061" y="1966293"/>
          <a:ext cx="6839878" cy="4452161"/>
        </p:xfrm>
        <a:graphic>
          <a:graphicData uri="http://schemas.openxmlformats.org/drawingml/2006/table">
            <a:tbl>
              <a:tblPr firstRow="1" bandRow="1">
                <a:noFill/>
              </a:tblPr>
              <a:tblGrid>
                <a:gridCol w="415892">
                  <a:extLst>
                    <a:ext uri="{9D8B030D-6E8A-4147-A177-3AD203B41FA5}">
                      <a16:colId xmlns:a16="http://schemas.microsoft.com/office/drawing/2014/main" val="20000"/>
                    </a:ext>
                  </a:extLst>
                </a:gridCol>
                <a:gridCol w="3211993">
                  <a:extLst>
                    <a:ext uri="{9D8B030D-6E8A-4147-A177-3AD203B41FA5}">
                      <a16:colId xmlns:a16="http://schemas.microsoft.com/office/drawing/2014/main" val="20001"/>
                    </a:ext>
                  </a:extLst>
                </a:gridCol>
                <a:gridCol w="3211993">
                  <a:extLst>
                    <a:ext uri="{9D8B030D-6E8A-4147-A177-3AD203B41FA5}">
                      <a16:colId xmlns:a16="http://schemas.microsoft.com/office/drawing/2014/main" val="20002"/>
                    </a:ext>
                  </a:extLst>
                </a:gridCol>
              </a:tblGrid>
              <a:tr h="471328">
                <a:tc>
                  <a:txBody>
                    <a:bodyPr/>
                    <a:lstStyle/>
                    <a:p>
                      <a:pPr marL="0" lvl="0" indent="0" algn="ctr" rtl="0">
                        <a:spcBef>
                          <a:spcPts val="0"/>
                        </a:spcBef>
                        <a:spcAft>
                          <a:spcPts val="0"/>
                        </a:spcAft>
                        <a:buNone/>
                      </a:pPr>
                      <a:r>
                        <a:rPr lang="en-US" sz="1800">
                          <a:solidFill>
                            <a:schemeClr val="lt1"/>
                          </a:solidFill>
                        </a:rPr>
                        <a:t>#</a:t>
                      </a:r>
                      <a:endParaRPr sz="1800">
                        <a:solidFill>
                          <a:schemeClr val="lt1"/>
                        </a:solidFill>
                      </a:endParaRPr>
                    </a:p>
                  </a:txBody>
                  <a:tcPr marL="82200" marR="82200" marT="82200" marB="82200">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solidFill>
                      <a:srgbClr val="244061"/>
                    </a:solidFill>
                  </a:tcPr>
                </a:tc>
                <a:tc>
                  <a:txBody>
                    <a:bodyPr/>
                    <a:lstStyle/>
                    <a:p>
                      <a:pPr marL="0" lvl="0" indent="0" algn="ctr" rtl="0">
                        <a:spcBef>
                          <a:spcPts val="0"/>
                        </a:spcBef>
                        <a:spcAft>
                          <a:spcPts val="0"/>
                        </a:spcAft>
                        <a:buNone/>
                      </a:pPr>
                      <a:r>
                        <a:rPr lang="en-US" sz="1800">
                          <a:solidFill>
                            <a:schemeClr val="lt1"/>
                          </a:solidFill>
                        </a:rPr>
                        <a:t>FR</a:t>
                      </a:r>
                      <a:endParaRPr sz="1800">
                        <a:solidFill>
                          <a:schemeClr val="lt1"/>
                        </a:solidFill>
                      </a:endParaRPr>
                    </a:p>
                  </a:txBody>
                  <a:tcPr marL="82200" marR="82200" marT="82200" marB="82200">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solidFill>
                      <a:srgbClr val="244061"/>
                    </a:solidFill>
                  </a:tcPr>
                </a:tc>
                <a:tc>
                  <a:txBody>
                    <a:bodyPr/>
                    <a:lstStyle/>
                    <a:p>
                      <a:pPr marL="0" lvl="0" indent="0" algn="ctr" rtl="0">
                        <a:spcBef>
                          <a:spcPts val="0"/>
                        </a:spcBef>
                        <a:spcAft>
                          <a:spcPts val="0"/>
                        </a:spcAft>
                        <a:buNone/>
                      </a:pPr>
                      <a:r>
                        <a:rPr lang="en-US" sz="1800">
                          <a:solidFill>
                            <a:schemeClr val="lt1"/>
                          </a:solidFill>
                        </a:rPr>
                        <a:t>NFR</a:t>
                      </a:r>
                      <a:endParaRPr sz="1800">
                        <a:solidFill>
                          <a:schemeClr val="lt1"/>
                        </a:solidFill>
                      </a:endParaRPr>
                    </a:p>
                  </a:txBody>
                  <a:tcPr marL="82200" marR="82200" marT="82200" marB="82200">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solidFill>
                      <a:srgbClr val="244061"/>
                    </a:solidFill>
                  </a:tcPr>
                </a:tc>
                <a:extLst>
                  <a:ext uri="{0D108BD9-81ED-4DB2-BD59-A6C34878D82A}">
                    <a16:rowId xmlns:a16="http://schemas.microsoft.com/office/drawing/2014/main" val="10000"/>
                  </a:ext>
                </a:extLst>
              </a:tr>
              <a:tr h="932178">
                <a:tc>
                  <a:txBody>
                    <a:bodyPr/>
                    <a:lstStyle/>
                    <a:p>
                      <a:pPr marL="0" lvl="0" indent="0" algn="ctr" rtl="0">
                        <a:spcBef>
                          <a:spcPts val="0"/>
                        </a:spcBef>
                        <a:spcAft>
                          <a:spcPts val="0"/>
                        </a:spcAft>
                        <a:buNone/>
                      </a:pPr>
                      <a:r>
                        <a:rPr lang="en-US" sz="1800"/>
                        <a:t>1</a:t>
                      </a:r>
                      <a:endParaRPr sz="1800"/>
                    </a:p>
                  </a:txBody>
                  <a:tcPr marL="82200" marR="82200" marT="82200" marB="82200">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tcPr>
                </a:tc>
                <a:tc>
                  <a:txBody>
                    <a:bodyPr/>
                    <a:lstStyle/>
                    <a:p>
                      <a:pPr marL="0" marR="9525" lvl="0" indent="0" algn="just" rtl="0">
                        <a:lnSpc>
                          <a:spcPct val="115000"/>
                        </a:lnSpc>
                        <a:spcBef>
                          <a:spcPts val="0"/>
                        </a:spcBef>
                        <a:spcAft>
                          <a:spcPts val="0"/>
                        </a:spcAft>
                        <a:buNone/>
                      </a:pPr>
                      <a:r>
                        <a:rPr lang="en-US" sz="1400"/>
                        <a:t>The system allows players to apply decryption tools to any text in the inventory.</a:t>
                      </a:r>
                      <a:endParaRPr sz="2200"/>
                    </a:p>
                  </a:txBody>
                  <a:tcPr marL="82200" marR="82200" marT="82200" marB="82200">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tcPr>
                </a:tc>
                <a:tc>
                  <a:txBody>
                    <a:bodyPr/>
                    <a:lstStyle/>
                    <a:p>
                      <a:pPr marL="0" lvl="0" indent="0" algn="just" rtl="0">
                        <a:lnSpc>
                          <a:spcPct val="115000"/>
                        </a:lnSpc>
                        <a:spcBef>
                          <a:spcPts val="0"/>
                        </a:spcBef>
                        <a:spcAft>
                          <a:spcPts val="0"/>
                        </a:spcAft>
                        <a:buNone/>
                      </a:pPr>
                      <a:r>
                        <a:rPr lang="en-US" sz="1400"/>
                        <a:t>The game must be engaging and enjoyable for players of all skill levels.</a:t>
                      </a:r>
                      <a:endParaRPr sz="1400"/>
                    </a:p>
                  </a:txBody>
                  <a:tcPr marL="82200" marR="82200" marT="82200" marB="82200">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932178">
                <a:tc>
                  <a:txBody>
                    <a:bodyPr/>
                    <a:lstStyle/>
                    <a:p>
                      <a:pPr marL="0" lvl="0" indent="0" algn="ctr" rtl="0">
                        <a:spcBef>
                          <a:spcPts val="0"/>
                        </a:spcBef>
                        <a:spcAft>
                          <a:spcPts val="0"/>
                        </a:spcAft>
                        <a:buNone/>
                      </a:pPr>
                      <a:r>
                        <a:rPr lang="en-US" sz="1800"/>
                        <a:t>2</a:t>
                      </a:r>
                      <a:endParaRPr sz="1800"/>
                    </a:p>
                  </a:txBody>
                  <a:tcPr marL="82200" marR="82200" marT="82200" marB="82200">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US" sz="1400"/>
                        <a:t>The system progresses players to the next room when a puzzle is successfully solved.</a:t>
                      </a:r>
                      <a:endParaRPr sz="1400"/>
                    </a:p>
                  </a:txBody>
                  <a:tcPr marL="82200" marR="82200" marT="82200" marB="82200">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tcPr>
                </a:tc>
                <a:tc>
                  <a:txBody>
                    <a:bodyPr/>
                    <a:lstStyle/>
                    <a:p>
                      <a:pPr marL="0" lvl="0" indent="0" algn="just" rtl="0">
                        <a:lnSpc>
                          <a:spcPct val="115000"/>
                        </a:lnSpc>
                        <a:spcBef>
                          <a:spcPts val="0"/>
                        </a:spcBef>
                        <a:spcAft>
                          <a:spcPts val="0"/>
                        </a:spcAft>
                        <a:buNone/>
                      </a:pPr>
                      <a:r>
                        <a:rPr lang="en-US" sz="1400"/>
                        <a:t>Tutorials must dynamically integrate into the gameplay without disrupting player immersion.</a:t>
                      </a:r>
                      <a:endParaRPr sz="1400"/>
                    </a:p>
                  </a:txBody>
                  <a:tcPr marL="82200" marR="82200" marT="82200" marB="82200">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1184299">
                <a:tc>
                  <a:txBody>
                    <a:bodyPr/>
                    <a:lstStyle/>
                    <a:p>
                      <a:pPr marL="0" lvl="0" indent="0" algn="ctr" rtl="0">
                        <a:spcBef>
                          <a:spcPts val="0"/>
                        </a:spcBef>
                        <a:spcAft>
                          <a:spcPts val="0"/>
                        </a:spcAft>
                        <a:buNone/>
                      </a:pPr>
                      <a:r>
                        <a:rPr lang="en-US" sz="1800"/>
                        <a:t>3</a:t>
                      </a:r>
                      <a:endParaRPr sz="1800"/>
                    </a:p>
                  </a:txBody>
                  <a:tcPr marL="82200" marR="82200" marT="82200" marB="82200">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tcPr>
                </a:tc>
                <a:tc>
                  <a:txBody>
                    <a:bodyPr/>
                    <a:lstStyle/>
                    <a:p>
                      <a:pPr marL="0" marR="9525" lvl="0" indent="0" algn="just" rtl="0">
                        <a:lnSpc>
                          <a:spcPct val="115000"/>
                        </a:lnSpc>
                        <a:spcBef>
                          <a:spcPts val="0"/>
                        </a:spcBef>
                        <a:spcAft>
                          <a:spcPts val="0"/>
                        </a:spcAft>
                        <a:buNone/>
                      </a:pPr>
                      <a:r>
                        <a:rPr lang="en-US" sz="1400"/>
                        <a:t>The system allows players to revisit earlier rooms to solve puzzles using newly discovered tools.</a:t>
                      </a:r>
                      <a:endParaRPr sz="2200"/>
                    </a:p>
                  </a:txBody>
                  <a:tcPr marL="82200" marR="82200" marT="82200" marB="82200">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tcPr>
                </a:tc>
                <a:tc>
                  <a:txBody>
                    <a:bodyPr/>
                    <a:lstStyle/>
                    <a:p>
                      <a:pPr marL="0" lvl="0" indent="0" algn="just" rtl="0">
                        <a:lnSpc>
                          <a:spcPct val="115000"/>
                        </a:lnSpc>
                        <a:spcBef>
                          <a:spcPts val="0"/>
                        </a:spcBef>
                        <a:spcAft>
                          <a:spcPts val="0"/>
                        </a:spcAft>
                        <a:buNone/>
                      </a:pPr>
                      <a:r>
                        <a:rPr lang="en-US" sz="1400"/>
                        <a:t>The game must maintain smooth performance, even as the inventory grows or puzzles become more complex.</a:t>
                      </a:r>
                      <a:endParaRPr sz="1400"/>
                    </a:p>
                  </a:txBody>
                  <a:tcPr marL="82200" marR="82200" marT="82200" marB="82200">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932178">
                <a:tc>
                  <a:txBody>
                    <a:bodyPr/>
                    <a:lstStyle/>
                    <a:p>
                      <a:pPr marL="0" lvl="0" indent="0" algn="ctr" rtl="0">
                        <a:spcBef>
                          <a:spcPts val="0"/>
                        </a:spcBef>
                        <a:spcAft>
                          <a:spcPts val="0"/>
                        </a:spcAft>
                        <a:buNone/>
                      </a:pPr>
                      <a:r>
                        <a:rPr lang="en-US" sz="1800"/>
                        <a:t>4</a:t>
                      </a:r>
                      <a:endParaRPr sz="1800"/>
                    </a:p>
                  </a:txBody>
                  <a:tcPr marL="82200" marR="82200" marT="82200" marB="82200">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tcPr>
                </a:tc>
                <a:tc>
                  <a:txBody>
                    <a:bodyPr/>
                    <a:lstStyle/>
                    <a:p>
                      <a:pPr marL="0" marR="9525" lvl="0" indent="0" algn="just" rtl="0">
                        <a:lnSpc>
                          <a:spcPct val="115000"/>
                        </a:lnSpc>
                        <a:spcBef>
                          <a:spcPts val="0"/>
                        </a:spcBef>
                        <a:spcAft>
                          <a:spcPts val="0"/>
                        </a:spcAft>
                        <a:buNone/>
                      </a:pPr>
                      <a:r>
                        <a:rPr lang="en-US" sz="1400"/>
                        <a:t>The system provides feedback (correct / incorrect solution) when players submit puzzle solutions.</a:t>
                      </a:r>
                      <a:endParaRPr sz="2200"/>
                    </a:p>
                  </a:txBody>
                  <a:tcPr marL="82200" marR="82200" marT="82200" marB="82200">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tcPr>
                </a:tc>
                <a:tc>
                  <a:txBody>
                    <a:bodyPr/>
                    <a:lstStyle/>
                    <a:p>
                      <a:pPr marL="0" lvl="0" indent="0" algn="just" rtl="0">
                        <a:lnSpc>
                          <a:spcPct val="115000"/>
                        </a:lnSpc>
                        <a:spcBef>
                          <a:spcPts val="0"/>
                        </a:spcBef>
                        <a:spcAft>
                          <a:spcPts val="0"/>
                        </a:spcAft>
                        <a:buNone/>
                      </a:pPr>
                      <a:r>
                        <a:rPr lang="en-US" sz="1400"/>
                        <a:t>The system must ensure stable and secure storage of player progress, preventing data loss or corruption.</a:t>
                      </a:r>
                      <a:endParaRPr sz="1400"/>
                    </a:p>
                  </a:txBody>
                  <a:tcPr marL="82200" marR="82200" marT="82200" marB="82200">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37"/>
        <p:cNvGrpSpPr/>
        <p:nvPr/>
      </p:nvGrpSpPr>
      <p:grpSpPr>
        <a:xfrm>
          <a:off x="0" y="0"/>
          <a:ext cx="0" cy="0"/>
          <a:chOff x="0" y="0"/>
          <a:chExt cx="0" cy="0"/>
        </a:xfrm>
      </p:grpSpPr>
      <p:sp useBgFill="1">
        <p:nvSpPr>
          <p:cNvPr id="145" name="Rectangle 144">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Google Shape;138;p7"/>
          <p:cNvSpPr txBox="1">
            <a:spLocks noGrp="1"/>
          </p:cNvSpPr>
          <p:nvPr>
            <p:ph type="title"/>
          </p:nvPr>
        </p:nvSpPr>
        <p:spPr>
          <a:xfrm>
            <a:off x="1028697" y="348865"/>
            <a:ext cx="7533018" cy="877729"/>
          </a:xfrm>
          <a:prstGeom prst="rect">
            <a:avLst/>
          </a:prstGeom>
        </p:spPr>
        <p:txBody>
          <a:bodyPr spcFirstLastPara="1" lIns="91425" tIns="45700" rIns="91425" bIns="45700" anchor="ctr" anchorCtr="0">
            <a:normAutofit/>
          </a:bodyPr>
          <a:lstStyle/>
          <a:p>
            <a:pPr marL="0" lvl="0" indent="0" rtl="0">
              <a:spcBef>
                <a:spcPts val="0"/>
              </a:spcBef>
              <a:spcAft>
                <a:spcPts val="0"/>
              </a:spcAft>
              <a:buClr>
                <a:schemeClr val="dk1"/>
              </a:buClr>
              <a:buSzPts val="4400"/>
              <a:buFont typeface="Calibri"/>
              <a:buNone/>
            </a:pPr>
            <a:r>
              <a:rPr lang="en-US" sz="3500">
                <a:solidFill>
                  <a:srgbClr val="FFFFFF"/>
                </a:solidFill>
                <a:latin typeface="Calibri"/>
                <a:ea typeface="Calibri"/>
                <a:cs typeface="Calibri"/>
                <a:sym typeface="Calibri"/>
              </a:rPr>
              <a:t>Technical Aspects</a:t>
            </a:r>
            <a:endParaRPr lang="en-US" sz="3500">
              <a:solidFill>
                <a:srgbClr val="FFFFFF"/>
              </a:solidFill>
            </a:endParaRPr>
          </a:p>
        </p:txBody>
      </p:sp>
      <p:graphicFrame>
        <p:nvGraphicFramePr>
          <p:cNvPr id="141" name="Google Shape;139;p7">
            <a:extLst>
              <a:ext uri="{FF2B5EF4-FFF2-40B4-BE49-F238E27FC236}">
                <a16:creationId xmlns:a16="http://schemas.microsoft.com/office/drawing/2014/main" id="{FCA6F842-46CF-6AA1-F2E6-471FC47CC2AE}"/>
              </a:ext>
            </a:extLst>
          </p:cNvPr>
          <p:cNvGraphicFramePr/>
          <p:nvPr>
            <p:extLst>
              <p:ext uri="{D42A27DB-BD31-4B8C-83A1-F6EECF244321}">
                <p14:modId xmlns:p14="http://schemas.microsoft.com/office/powerpoint/2010/main" val="4056496621"/>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49"/>
        <p:cNvGrpSpPr/>
        <p:nvPr/>
      </p:nvGrpSpPr>
      <p:grpSpPr>
        <a:xfrm>
          <a:off x="0" y="0"/>
          <a:ext cx="0" cy="0"/>
          <a:chOff x="0" y="0"/>
          <a:chExt cx="0" cy="0"/>
        </a:xfrm>
      </p:grpSpPr>
      <p:sp useBgFill="1">
        <p:nvSpPr>
          <p:cNvPr id="156" name="Rectangle 155">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157">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Rectangle 161">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Google Shape;150;p9"/>
          <p:cNvSpPr txBox="1">
            <a:spLocks noGrp="1"/>
          </p:cNvSpPr>
          <p:nvPr>
            <p:ph type="title"/>
          </p:nvPr>
        </p:nvSpPr>
        <p:spPr>
          <a:xfrm>
            <a:off x="524784" y="248038"/>
            <a:ext cx="6096642" cy="1159200"/>
          </a:xfrm>
          <a:prstGeom prst="rect">
            <a:avLst/>
          </a:prstGeom>
        </p:spPr>
        <p:txBody>
          <a:bodyPr spcFirstLastPara="1" vert="horz" lIns="91440" tIns="45720" rIns="91440" bIns="45720" rtlCol="0" anchor="ctr" anchorCtr="0">
            <a:normAutofit/>
          </a:bodyPr>
          <a:lstStyle/>
          <a:p>
            <a:pPr marL="0" lvl="0" indent="0" algn="l">
              <a:lnSpc>
                <a:spcPct val="90000"/>
              </a:lnSpc>
              <a:spcBef>
                <a:spcPct val="0"/>
              </a:spcBef>
              <a:spcAft>
                <a:spcPts val="0"/>
              </a:spcAft>
              <a:buClr>
                <a:schemeClr val="dk1"/>
              </a:buClr>
              <a:buSzPts val="4400"/>
            </a:pPr>
            <a:r>
              <a:rPr lang="en-US" sz="3500" kern="1200">
                <a:solidFill>
                  <a:srgbClr val="FFFFFF"/>
                </a:solidFill>
                <a:latin typeface="+mj-lt"/>
                <a:ea typeface="+mj-ea"/>
                <a:cs typeface="+mj-cs"/>
                <a:sym typeface="Calibri"/>
              </a:rPr>
              <a:t>Game Architecture Diagram</a:t>
            </a:r>
            <a:endParaRPr lang="en-US" sz="3500" kern="1200">
              <a:solidFill>
                <a:srgbClr val="FFFFFF"/>
              </a:solidFill>
              <a:latin typeface="+mj-lt"/>
              <a:ea typeface="+mj-ea"/>
              <a:cs typeface="+mj-cs"/>
            </a:endParaRPr>
          </a:p>
        </p:txBody>
      </p:sp>
      <p:pic>
        <p:nvPicPr>
          <p:cNvPr id="5" name="Picture 4">
            <a:extLst>
              <a:ext uri="{FF2B5EF4-FFF2-40B4-BE49-F238E27FC236}">
                <a16:creationId xmlns:a16="http://schemas.microsoft.com/office/drawing/2014/main" id="{91983FD7-C94E-FC11-12C9-583A7D950719}"/>
              </a:ext>
            </a:extLst>
          </p:cNvPr>
          <p:cNvPicPr>
            <a:picLocks noChangeAspect="1"/>
          </p:cNvPicPr>
          <p:nvPr/>
        </p:nvPicPr>
        <p:blipFill>
          <a:blip r:embed="rId3"/>
          <a:stretch>
            <a:fillRect/>
          </a:stretch>
        </p:blipFill>
        <p:spPr>
          <a:xfrm>
            <a:off x="-2" y="1822348"/>
            <a:ext cx="9144000" cy="4990403"/>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73"/>
        <p:cNvGrpSpPr/>
        <p:nvPr/>
      </p:nvGrpSpPr>
      <p:grpSpPr>
        <a:xfrm>
          <a:off x="0" y="0"/>
          <a:ext cx="0" cy="0"/>
          <a:chOff x="0" y="0"/>
          <a:chExt cx="0" cy="0"/>
        </a:xfrm>
      </p:grpSpPr>
      <p:sp>
        <p:nvSpPr>
          <p:cNvPr id="174" name="Google Shape;174;p10"/>
          <p:cNvSpPr txBox="1">
            <a:spLocks noGrp="1"/>
          </p:cNvSpPr>
          <p:nvPr>
            <p:ph type="title"/>
          </p:nvPr>
        </p:nvSpPr>
        <p:spPr>
          <a:xfrm>
            <a:off x="571500" y="5074024"/>
            <a:ext cx="7581900" cy="598032"/>
          </a:xfrm>
          <a:prstGeom prst="rect">
            <a:avLst/>
          </a:prstGeom>
        </p:spPr>
        <p:txBody>
          <a:bodyPr spcFirstLastPara="1" vert="horz" lIns="91440" tIns="45720" rIns="91440" bIns="45720" rtlCol="0" anchor="ctr" anchorCtr="0">
            <a:normAutofit/>
          </a:bodyPr>
          <a:lstStyle/>
          <a:p>
            <a:pPr marL="0" lvl="0" indent="0" algn="l">
              <a:lnSpc>
                <a:spcPct val="90000"/>
              </a:lnSpc>
              <a:spcBef>
                <a:spcPct val="0"/>
              </a:spcBef>
              <a:spcAft>
                <a:spcPts val="0"/>
              </a:spcAft>
              <a:buClr>
                <a:schemeClr val="dk1"/>
              </a:buClr>
              <a:buSzPts val="4400"/>
            </a:pPr>
            <a:r>
              <a:rPr lang="en-US" sz="2400" kern="1200">
                <a:solidFill>
                  <a:schemeClr val="tx1"/>
                </a:solidFill>
                <a:latin typeface="+mj-lt"/>
                <a:ea typeface="+mj-ea"/>
                <a:cs typeface="+mj-cs"/>
                <a:sym typeface="Calibri"/>
              </a:rPr>
              <a:t>Game Flow and Scenes – How the Player Progresses</a:t>
            </a:r>
            <a:endParaRPr lang="en-US" sz="2400" kern="1200">
              <a:solidFill>
                <a:schemeClr val="tx1"/>
              </a:solidFill>
              <a:latin typeface="+mj-lt"/>
              <a:ea typeface="+mj-ea"/>
              <a:cs typeface="+mj-cs"/>
            </a:endParaRPr>
          </a:p>
        </p:txBody>
      </p:sp>
      <p:pic>
        <p:nvPicPr>
          <p:cNvPr id="176" name="Picture 175" descr="Colorful pins linked with threads">
            <a:extLst>
              <a:ext uri="{FF2B5EF4-FFF2-40B4-BE49-F238E27FC236}">
                <a16:creationId xmlns:a16="http://schemas.microsoft.com/office/drawing/2014/main" id="{24F7C4A3-1D92-BB86-098F-9A78C18ED166}"/>
              </a:ext>
            </a:extLst>
          </p:cNvPr>
          <p:cNvPicPr>
            <a:picLocks noChangeAspect="1"/>
          </p:cNvPicPr>
          <p:nvPr/>
        </p:nvPicPr>
        <p:blipFill>
          <a:blip r:embed="rId3"/>
          <a:srcRect t="8924" b="22454"/>
          <a:stretch/>
        </p:blipFill>
        <p:spPr>
          <a:xfrm>
            <a:off x="20" y="-39"/>
            <a:ext cx="9143980" cy="4172740"/>
          </a:xfrm>
          <a:prstGeom prst="rect">
            <a:avLst/>
          </a:prstGeom>
        </p:spPr>
      </p:pic>
      <p:cxnSp>
        <p:nvCxnSpPr>
          <p:cNvPr id="177" name="Straight Connector 176">
            <a:extLst>
              <a:ext uri="{FF2B5EF4-FFF2-40B4-BE49-F238E27FC236}">
                <a16:creationId xmlns:a16="http://schemas.microsoft.com/office/drawing/2014/main" id="{7667AA61-5C27-F30F-D229-06CBE5709F3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8855" y="4811517"/>
            <a:ext cx="552705"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3" name="Rectangle 2062">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4" name="Rectangle 206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5" name="Rectangle 2064">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6" name="Rectangle 206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18CF2AF2-805B-78BB-A121-7C61CDBF918D}"/>
              </a:ext>
            </a:extLst>
          </p:cNvPr>
          <p:cNvSpPr>
            <a:spLocks noGrp="1"/>
          </p:cNvSpPr>
          <p:nvPr>
            <p:ph type="title"/>
          </p:nvPr>
        </p:nvSpPr>
        <p:spPr>
          <a:xfrm>
            <a:off x="524784" y="248038"/>
            <a:ext cx="5297791" cy="1159200"/>
          </a:xfrm>
        </p:spPr>
        <p:txBody>
          <a:bodyPr vert="horz" lIns="91440" tIns="45720" rIns="91440" bIns="45720" rtlCol="0" anchor="ctr">
            <a:normAutofit/>
          </a:bodyPr>
          <a:lstStyle/>
          <a:p>
            <a:pPr algn="l">
              <a:lnSpc>
                <a:spcPct val="90000"/>
              </a:lnSpc>
              <a:spcBef>
                <a:spcPct val="0"/>
              </a:spcBef>
            </a:pPr>
            <a:r>
              <a:rPr lang="en-US" sz="3500" kern="1200">
                <a:solidFill>
                  <a:srgbClr val="FFFFFF"/>
                </a:solidFill>
                <a:latin typeface="+mj-lt"/>
                <a:ea typeface="+mj-ea"/>
                <a:cs typeface="+mj-cs"/>
              </a:rPr>
              <a:t>Main menu</a:t>
            </a:r>
          </a:p>
        </p:txBody>
      </p:sp>
      <p:pic>
        <p:nvPicPr>
          <p:cNvPr id="2050" name="Picture 2">
            <a:extLst>
              <a:ext uri="{FF2B5EF4-FFF2-40B4-BE49-F238E27FC236}">
                <a16:creationId xmlns:a16="http://schemas.microsoft.com/office/drawing/2014/main" id="{29678F8A-63D2-4ED6-73B6-A73D0D88AD2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14524" y="1975437"/>
            <a:ext cx="7914951" cy="4452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150087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BE2A5F-EBAC-2566-93F0-9D505786CBB6}"/>
              </a:ext>
            </a:extLst>
          </p:cNvPr>
          <p:cNvSpPr>
            <a:spLocks noGrp="1"/>
          </p:cNvSpPr>
          <p:nvPr>
            <p:ph type="title"/>
          </p:nvPr>
        </p:nvSpPr>
        <p:spPr>
          <a:xfrm>
            <a:off x="194209" y="320621"/>
            <a:ext cx="3498336" cy="1033669"/>
          </a:xfrm>
        </p:spPr>
        <p:txBody>
          <a:bodyPr>
            <a:normAutofit/>
          </a:bodyPr>
          <a:lstStyle/>
          <a:p>
            <a:r>
              <a:rPr lang="en-US" sz="3500">
                <a:solidFill>
                  <a:srgbClr val="FFFFFF"/>
                </a:solidFill>
              </a:rPr>
              <a:t>Puzzle Room </a:t>
            </a:r>
            <a:endParaRPr lang="en-IL" sz="3500">
              <a:solidFill>
                <a:srgbClr val="FFFFFF"/>
              </a:solidFill>
            </a:endParaRPr>
          </a:p>
        </p:txBody>
      </p:sp>
      <p:pic>
        <p:nvPicPr>
          <p:cNvPr id="12" name="Picture 2">
            <a:extLst>
              <a:ext uri="{FF2B5EF4-FFF2-40B4-BE49-F238E27FC236}">
                <a16:creationId xmlns:a16="http://schemas.microsoft.com/office/drawing/2014/main" id="{B70ED804-C01A-3AC0-71C9-C78F0C88CB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4956" y="1982028"/>
            <a:ext cx="7354083" cy="4315206"/>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Rounded Corners 12">
            <a:extLst>
              <a:ext uri="{FF2B5EF4-FFF2-40B4-BE49-F238E27FC236}">
                <a16:creationId xmlns:a16="http://schemas.microsoft.com/office/drawing/2014/main" id="{95FC886D-BE6B-C452-5F26-C0EC321F5570}"/>
              </a:ext>
            </a:extLst>
          </p:cNvPr>
          <p:cNvSpPr/>
          <p:nvPr/>
        </p:nvSpPr>
        <p:spPr>
          <a:xfrm>
            <a:off x="7784406" y="1620103"/>
            <a:ext cx="1234440" cy="265176"/>
          </a:xfrm>
          <a:prstGeom prst="roundRect">
            <a:avLst/>
          </a:prstGeom>
          <a:solidFill>
            <a:schemeClr val="accent6">
              <a:lumMod val="75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Game Menu</a:t>
            </a:r>
            <a:endParaRPr lang="en-IL"/>
          </a:p>
        </p:txBody>
      </p:sp>
      <p:cxnSp>
        <p:nvCxnSpPr>
          <p:cNvPr id="14" name="Connector: Curved 13">
            <a:extLst>
              <a:ext uri="{FF2B5EF4-FFF2-40B4-BE49-F238E27FC236}">
                <a16:creationId xmlns:a16="http://schemas.microsoft.com/office/drawing/2014/main" id="{1C183839-2622-D483-1FB4-D12FA3F48926}"/>
              </a:ext>
            </a:extLst>
          </p:cNvPr>
          <p:cNvCxnSpPr>
            <a:cxnSpLocks/>
            <a:stCxn id="13" idx="2"/>
          </p:cNvCxnSpPr>
          <p:nvPr/>
        </p:nvCxnSpPr>
        <p:spPr>
          <a:xfrm rot="5400000">
            <a:off x="7904474" y="1870943"/>
            <a:ext cx="482817" cy="511489"/>
          </a:xfrm>
          <a:prstGeom prst="curvedConnector2">
            <a:avLst/>
          </a:prstGeom>
          <a:ln w="28575">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Rounded Corners 14">
            <a:extLst>
              <a:ext uri="{FF2B5EF4-FFF2-40B4-BE49-F238E27FC236}">
                <a16:creationId xmlns:a16="http://schemas.microsoft.com/office/drawing/2014/main" id="{A8C8A4FB-0D40-D35D-07E9-9B52DB5BFF32}"/>
              </a:ext>
            </a:extLst>
          </p:cNvPr>
          <p:cNvSpPr/>
          <p:nvPr/>
        </p:nvSpPr>
        <p:spPr>
          <a:xfrm>
            <a:off x="8119872" y="3127248"/>
            <a:ext cx="868680" cy="301752"/>
          </a:xfrm>
          <a:prstGeom prst="roundRect">
            <a:avLst/>
          </a:prstGeom>
          <a:solidFill>
            <a:srgbClr val="FFCC00"/>
          </a:solidFill>
          <a:ln>
            <a:solidFill>
              <a:srgbClr val="CC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Guide</a:t>
            </a:r>
            <a:endParaRPr lang="en-IL"/>
          </a:p>
        </p:txBody>
      </p:sp>
      <p:cxnSp>
        <p:nvCxnSpPr>
          <p:cNvPr id="17" name="Connector: Curved 16">
            <a:extLst>
              <a:ext uri="{FF2B5EF4-FFF2-40B4-BE49-F238E27FC236}">
                <a16:creationId xmlns:a16="http://schemas.microsoft.com/office/drawing/2014/main" id="{9884C179-284C-023E-3152-D7B4E899A9B0}"/>
              </a:ext>
            </a:extLst>
          </p:cNvPr>
          <p:cNvCxnSpPr>
            <a:cxnSpLocks/>
            <a:stCxn id="15" idx="0"/>
          </p:cNvCxnSpPr>
          <p:nvPr/>
        </p:nvCxnSpPr>
        <p:spPr>
          <a:xfrm rot="16200000" flipV="1">
            <a:off x="8038243" y="2611278"/>
            <a:ext cx="367864" cy="664075"/>
          </a:xfrm>
          <a:prstGeom prst="curvedConnector2">
            <a:avLst/>
          </a:prstGeom>
          <a:ln w="28575">
            <a:solidFill>
              <a:srgbClr val="CC99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891643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F49D98F-0F65-C112-F1EF-71A030B54AC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9146FF-6858-3FD4-FE9C-6CB32918F4E9}"/>
              </a:ext>
            </a:extLst>
          </p:cNvPr>
          <p:cNvSpPr>
            <a:spLocks noGrp="1"/>
          </p:cNvSpPr>
          <p:nvPr>
            <p:ph type="title"/>
          </p:nvPr>
        </p:nvSpPr>
        <p:spPr>
          <a:xfrm>
            <a:off x="128016" y="278535"/>
            <a:ext cx="3116093" cy="1033669"/>
          </a:xfrm>
        </p:spPr>
        <p:txBody>
          <a:bodyPr>
            <a:normAutofit/>
          </a:bodyPr>
          <a:lstStyle/>
          <a:p>
            <a:r>
              <a:rPr lang="en-US" sz="3500">
                <a:solidFill>
                  <a:srgbClr val="FFFFFF"/>
                </a:solidFill>
              </a:rPr>
              <a:t>Room Objects</a:t>
            </a:r>
            <a:endParaRPr lang="en-IL" sz="3500">
              <a:solidFill>
                <a:srgbClr val="FFFFFF"/>
              </a:solidFill>
            </a:endParaRPr>
          </a:p>
        </p:txBody>
      </p:sp>
      <p:pic>
        <p:nvPicPr>
          <p:cNvPr id="4" name="Picture 2">
            <a:extLst>
              <a:ext uri="{FF2B5EF4-FFF2-40B4-BE49-F238E27FC236}">
                <a16:creationId xmlns:a16="http://schemas.microsoft.com/office/drawing/2014/main" id="{96B7BFFD-1E10-E473-B6F9-990C4C8BFF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2638" y="1984248"/>
            <a:ext cx="7354083" cy="4315206"/>
          </a:xfrm>
          <a:prstGeom prst="rect">
            <a:avLst/>
          </a:prstGeom>
          <a:noFill/>
          <a:extLst>
            <a:ext uri="{909E8E84-426E-40DD-AFC4-6F175D3DCCD1}">
              <a14:hiddenFill xmlns:a14="http://schemas.microsoft.com/office/drawing/2010/main">
                <a:solidFill>
                  <a:srgbClr val="FFFFFF"/>
                </a:solidFill>
              </a14:hiddenFill>
            </a:ext>
          </a:extLst>
        </p:spPr>
      </p:pic>
      <p:sp>
        <p:nvSpPr>
          <p:cNvPr id="9" name="Oval 8">
            <a:extLst>
              <a:ext uri="{FF2B5EF4-FFF2-40B4-BE49-F238E27FC236}">
                <a16:creationId xmlns:a16="http://schemas.microsoft.com/office/drawing/2014/main" id="{25BA7CAF-EDFD-4651-7B3D-20524FE86E54}"/>
              </a:ext>
            </a:extLst>
          </p:cNvPr>
          <p:cNvSpPr/>
          <p:nvPr/>
        </p:nvSpPr>
        <p:spPr>
          <a:xfrm>
            <a:off x="2395728" y="2606039"/>
            <a:ext cx="1188720" cy="1353312"/>
          </a:xfrm>
          <a:prstGeom prst="ellipse">
            <a:avLst/>
          </a:prstGeom>
          <a:noFill/>
          <a:ln w="38100">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1" name="Oval 10">
            <a:extLst>
              <a:ext uri="{FF2B5EF4-FFF2-40B4-BE49-F238E27FC236}">
                <a16:creationId xmlns:a16="http://schemas.microsoft.com/office/drawing/2014/main" id="{45967795-6662-CFED-8A6F-EADCA6D1D51A}"/>
              </a:ext>
            </a:extLst>
          </p:cNvPr>
          <p:cNvSpPr/>
          <p:nvPr/>
        </p:nvSpPr>
        <p:spPr>
          <a:xfrm>
            <a:off x="5989320" y="3959351"/>
            <a:ext cx="832104" cy="832105"/>
          </a:xfrm>
          <a:prstGeom prst="ellipse">
            <a:avLst/>
          </a:prstGeom>
          <a:noFill/>
          <a:ln w="38100">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9" name="Oval 18">
            <a:extLst>
              <a:ext uri="{FF2B5EF4-FFF2-40B4-BE49-F238E27FC236}">
                <a16:creationId xmlns:a16="http://schemas.microsoft.com/office/drawing/2014/main" id="{0B08E9B5-6110-E4A9-87D5-A467882BEA9E}"/>
              </a:ext>
            </a:extLst>
          </p:cNvPr>
          <p:cNvSpPr/>
          <p:nvPr/>
        </p:nvSpPr>
        <p:spPr>
          <a:xfrm>
            <a:off x="5477258" y="2688336"/>
            <a:ext cx="758950" cy="832104"/>
          </a:xfrm>
          <a:prstGeom prst="ellipse">
            <a:avLst/>
          </a:prstGeom>
          <a:noFill/>
          <a:ln w="38100">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Oval 20">
            <a:extLst>
              <a:ext uri="{FF2B5EF4-FFF2-40B4-BE49-F238E27FC236}">
                <a16:creationId xmlns:a16="http://schemas.microsoft.com/office/drawing/2014/main" id="{758B09F4-33DC-C4BC-B43A-EA9650CF4B20}"/>
              </a:ext>
            </a:extLst>
          </p:cNvPr>
          <p:cNvSpPr/>
          <p:nvPr/>
        </p:nvSpPr>
        <p:spPr>
          <a:xfrm>
            <a:off x="2084832" y="3904486"/>
            <a:ext cx="694944" cy="1197866"/>
          </a:xfrm>
          <a:prstGeom prst="ellipse">
            <a:avLst/>
          </a:prstGeom>
          <a:noFill/>
          <a:ln w="38100">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3" name="Oval 22">
            <a:extLst>
              <a:ext uri="{FF2B5EF4-FFF2-40B4-BE49-F238E27FC236}">
                <a16:creationId xmlns:a16="http://schemas.microsoft.com/office/drawing/2014/main" id="{BAFE11BD-B13C-B2B6-D435-5D578F0DA694}"/>
              </a:ext>
            </a:extLst>
          </p:cNvPr>
          <p:cNvSpPr/>
          <p:nvPr/>
        </p:nvSpPr>
        <p:spPr>
          <a:xfrm>
            <a:off x="4112866" y="4142232"/>
            <a:ext cx="1071782" cy="649224"/>
          </a:xfrm>
          <a:prstGeom prst="ellipse">
            <a:avLst/>
          </a:prstGeom>
          <a:noFill/>
          <a:ln w="38100">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7" name="Rectangle: Rounded Corners 26">
            <a:extLst>
              <a:ext uri="{FF2B5EF4-FFF2-40B4-BE49-F238E27FC236}">
                <a16:creationId xmlns:a16="http://schemas.microsoft.com/office/drawing/2014/main" id="{66FFB763-2733-3CD6-7E8F-0D9C268A2DB4}"/>
              </a:ext>
            </a:extLst>
          </p:cNvPr>
          <p:cNvSpPr/>
          <p:nvPr/>
        </p:nvSpPr>
        <p:spPr>
          <a:xfrm>
            <a:off x="128016" y="1693935"/>
            <a:ext cx="1307589" cy="567243"/>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t>Interactable Objects</a:t>
            </a:r>
            <a:endParaRPr lang="en-IL"/>
          </a:p>
        </p:txBody>
      </p:sp>
    </p:spTree>
    <p:extLst>
      <p:ext uri="{BB962C8B-B14F-4D97-AF65-F5344CB8AC3E}">
        <p14:creationId xmlns:p14="http://schemas.microsoft.com/office/powerpoint/2010/main" val="136796468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245930-A7D5-D90D-0AB7-F410A42F9DF6}"/>
              </a:ext>
            </a:extLst>
          </p:cNvPr>
          <p:cNvSpPr>
            <a:spLocks noGrp="1"/>
          </p:cNvSpPr>
          <p:nvPr>
            <p:ph type="title"/>
          </p:nvPr>
        </p:nvSpPr>
        <p:spPr>
          <a:xfrm>
            <a:off x="24276" y="234910"/>
            <a:ext cx="4849706" cy="1033669"/>
          </a:xfrm>
        </p:spPr>
        <p:txBody>
          <a:bodyPr>
            <a:normAutofit/>
          </a:bodyPr>
          <a:lstStyle/>
          <a:p>
            <a:r>
              <a:rPr lang="en-US" sz="3500">
                <a:solidFill>
                  <a:srgbClr val="FFFFFF"/>
                </a:solidFill>
              </a:rPr>
              <a:t>Interactable objects </a:t>
            </a:r>
            <a:endParaRPr lang="en-IL" sz="3500">
              <a:solidFill>
                <a:srgbClr val="FFFFFF"/>
              </a:solidFill>
            </a:endParaRPr>
          </a:p>
        </p:txBody>
      </p:sp>
      <p:pic>
        <p:nvPicPr>
          <p:cNvPr id="5" name="Picture 4">
            <a:extLst>
              <a:ext uri="{FF2B5EF4-FFF2-40B4-BE49-F238E27FC236}">
                <a16:creationId xmlns:a16="http://schemas.microsoft.com/office/drawing/2014/main" id="{037671FE-EED6-5CF1-E376-24AFCD1B27BA}"/>
              </a:ext>
            </a:extLst>
          </p:cNvPr>
          <p:cNvPicPr>
            <a:picLocks noChangeAspect="1"/>
          </p:cNvPicPr>
          <p:nvPr/>
        </p:nvPicPr>
        <p:blipFill>
          <a:blip r:embed="rId2"/>
          <a:srcRect l="11168" t="4193" r="10546" b="14245"/>
          <a:stretch/>
        </p:blipFill>
        <p:spPr>
          <a:xfrm>
            <a:off x="3484522" y="1960014"/>
            <a:ext cx="2610214" cy="2486372"/>
          </a:xfrm>
          <a:prstGeom prst="rect">
            <a:avLst/>
          </a:prstGeom>
        </p:spPr>
      </p:pic>
      <p:pic>
        <p:nvPicPr>
          <p:cNvPr id="7" name="Picture 6">
            <a:extLst>
              <a:ext uri="{FF2B5EF4-FFF2-40B4-BE49-F238E27FC236}">
                <a16:creationId xmlns:a16="http://schemas.microsoft.com/office/drawing/2014/main" id="{CF387A02-862C-993D-274F-C619AD092A2F}"/>
              </a:ext>
            </a:extLst>
          </p:cNvPr>
          <p:cNvPicPr>
            <a:picLocks noChangeAspect="1"/>
          </p:cNvPicPr>
          <p:nvPr/>
        </p:nvPicPr>
        <p:blipFill>
          <a:blip r:embed="rId3"/>
          <a:stretch>
            <a:fillRect/>
          </a:stretch>
        </p:blipFill>
        <p:spPr>
          <a:xfrm>
            <a:off x="344512" y="1966705"/>
            <a:ext cx="2610214" cy="2486372"/>
          </a:xfrm>
          <a:prstGeom prst="rect">
            <a:avLst/>
          </a:prstGeom>
        </p:spPr>
      </p:pic>
      <p:pic>
        <p:nvPicPr>
          <p:cNvPr id="9" name="Picture 8">
            <a:extLst>
              <a:ext uri="{FF2B5EF4-FFF2-40B4-BE49-F238E27FC236}">
                <a16:creationId xmlns:a16="http://schemas.microsoft.com/office/drawing/2014/main" id="{3337DF63-3986-1658-89CD-26D2673AB5C1}"/>
              </a:ext>
            </a:extLst>
          </p:cNvPr>
          <p:cNvPicPr>
            <a:picLocks noChangeAspect="1"/>
          </p:cNvPicPr>
          <p:nvPr/>
        </p:nvPicPr>
        <p:blipFill>
          <a:blip r:embed="rId4"/>
          <a:srcRect r="6177" b="1473"/>
          <a:stretch/>
        </p:blipFill>
        <p:spPr>
          <a:xfrm>
            <a:off x="3683309" y="4808968"/>
            <a:ext cx="1948467" cy="1454833"/>
          </a:xfrm>
          <a:prstGeom prst="rect">
            <a:avLst/>
          </a:prstGeom>
        </p:spPr>
      </p:pic>
      <p:pic>
        <p:nvPicPr>
          <p:cNvPr id="11" name="Picture 10">
            <a:extLst>
              <a:ext uri="{FF2B5EF4-FFF2-40B4-BE49-F238E27FC236}">
                <a16:creationId xmlns:a16="http://schemas.microsoft.com/office/drawing/2014/main" id="{0A21A369-2636-25FA-A6A8-62CD4F487658}"/>
              </a:ext>
            </a:extLst>
          </p:cNvPr>
          <p:cNvPicPr>
            <a:picLocks noChangeAspect="1"/>
          </p:cNvPicPr>
          <p:nvPr/>
        </p:nvPicPr>
        <p:blipFill>
          <a:blip r:embed="rId5"/>
          <a:srcRect r="3521" b="4551"/>
          <a:stretch/>
        </p:blipFill>
        <p:spPr>
          <a:xfrm>
            <a:off x="6179959" y="4808969"/>
            <a:ext cx="1948467" cy="1454832"/>
          </a:xfrm>
          <a:prstGeom prst="rect">
            <a:avLst/>
          </a:prstGeom>
        </p:spPr>
      </p:pic>
      <p:sp>
        <p:nvSpPr>
          <p:cNvPr id="4" name="Arrow: Right 3">
            <a:extLst>
              <a:ext uri="{FF2B5EF4-FFF2-40B4-BE49-F238E27FC236}">
                <a16:creationId xmlns:a16="http://schemas.microsoft.com/office/drawing/2014/main" id="{6A419FBD-F7B0-E6B0-D8AA-FED3C3440556}"/>
              </a:ext>
            </a:extLst>
          </p:cNvPr>
          <p:cNvSpPr/>
          <p:nvPr/>
        </p:nvSpPr>
        <p:spPr>
          <a:xfrm>
            <a:off x="2623852" y="3013219"/>
            <a:ext cx="1059457" cy="598810"/>
          </a:xfrm>
          <a:prstGeom prst="rightArrow">
            <a:avLst>
              <a:gd name="adj1" fmla="val 50000"/>
              <a:gd name="adj2" fmla="val 64865"/>
            </a:avLst>
          </a:prstGeom>
          <a:solidFill>
            <a:srgbClr val="00B0F0"/>
          </a:solidFill>
          <a:ln>
            <a:solidFill>
              <a:srgbClr val="009E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3" name="Arrow: Right 12">
            <a:extLst>
              <a:ext uri="{FF2B5EF4-FFF2-40B4-BE49-F238E27FC236}">
                <a16:creationId xmlns:a16="http://schemas.microsoft.com/office/drawing/2014/main" id="{E4BD0D81-3255-DF4F-41F4-F2495F612148}"/>
              </a:ext>
            </a:extLst>
          </p:cNvPr>
          <p:cNvSpPr/>
          <p:nvPr/>
        </p:nvSpPr>
        <p:spPr>
          <a:xfrm>
            <a:off x="5397270" y="5236979"/>
            <a:ext cx="1059457" cy="598810"/>
          </a:xfrm>
          <a:prstGeom prst="rightArrow">
            <a:avLst>
              <a:gd name="adj1" fmla="val 50000"/>
              <a:gd name="adj2" fmla="val 64865"/>
            </a:avLst>
          </a:prstGeom>
          <a:solidFill>
            <a:srgbClr val="00B0F0"/>
          </a:solidFill>
          <a:ln>
            <a:solidFill>
              <a:srgbClr val="009E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111071482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83F8FA-E63B-1C95-09B2-361822049DEA}"/>
              </a:ext>
            </a:extLst>
          </p:cNvPr>
          <p:cNvSpPr>
            <a:spLocks noGrp="1"/>
          </p:cNvSpPr>
          <p:nvPr>
            <p:ph type="title"/>
          </p:nvPr>
        </p:nvSpPr>
        <p:spPr>
          <a:xfrm>
            <a:off x="108931" y="278535"/>
            <a:ext cx="4140296" cy="1033669"/>
          </a:xfrm>
        </p:spPr>
        <p:txBody>
          <a:bodyPr>
            <a:normAutofit/>
          </a:bodyPr>
          <a:lstStyle/>
          <a:p>
            <a:r>
              <a:rPr lang="en-US" sz="3500">
                <a:solidFill>
                  <a:srgbClr val="FFFFFF"/>
                </a:solidFill>
                <a:latin typeface="+mj-lt"/>
              </a:rPr>
              <a:t>Text Interaction </a:t>
            </a:r>
            <a:endParaRPr lang="en-IL" sz="3500">
              <a:solidFill>
                <a:srgbClr val="FFFFFF"/>
              </a:solidFill>
              <a:latin typeface="+mj-lt"/>
            </a:endParaRPr>
          </a:p>
        </p:txBody>
      </p:sp>
      <p:pic>
        <p:nvPicPr>
          <p:cNvPr id="13" name="Picture 12">
            <a:extLst>
              <a:ext uri="{FF2B5EF4-FFF2-40B4-BE49-F238E27FC236}">
                <a16:creationId xmlns:a16="http://schemas.microsoft.com/office/drawing/2014/main" id="{9F48499E-048C-C895-19E4-7B3017DDFE02}"/>
              </a:ext>
            </a:extLst>
          </p:cNvPr>
          <p:cNvPicPr>
            <a:picLocks noChangeAspect="1"/>
          </p:cNvPicPr>
          <p:nvPr/>
        </p:nvPicPr>
        <p:blipFill>
          <a:blip r:embed="rId2"/>
          <a:stretch>
            <a:fillRect/>
          </a:stretch>
        </p:blipFill>
        <p:spPr>
          <a:xfrm>
            <a:off x="844302" y="1875967"/>
            <a:ext cx="7455396" cy="4508649"/>
          </a:xfrm>
          <a:prstGeom prst="rect">
            <a:avLst/>
          </a:prstGeom>
        </p:spPr>
      </p:pic>
    </p:spTree>
    <p:extLst>
      <p:ext uri="{BB962C8B-B14F-4D97-AF65-F5344CB8AC3E}">
        <p14:creationId xmlns:p14="http://schemas.microsoft.com/office/powerpoint/2010/main" val="110945593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54FE73-9164-5A48-6033-EC7FAC1EB88C}"/>
              </a:ext>
            </a:extLst>
          </p:cNvPr>
          <p:cNvSpPr>
            <a:spLocks noGrp="1"/>
          </p:cNvSpPr>
          <p:nvPr>
            <p:ph type="title"/>
          </p:nvPr>
        </p:nvSpPr>
        <p:spPr>
          <a:xfrm>
            <a:off x="0" y="278535"/>
            <a:ext cx="4420828" cy="1033669"/>
          </a:xfrm>
        </p:spPr>
        <p:txBody>
          <a:bodyPr>
            <a:normAutofit/>
          </a:bodyPr>
          <a:lstStyle/>
          <a:p>
            <a:r>
              <a:rPr lang="en-US" sz="3500" b="1" i="0" u="none" strike="noStrike">
                <a:solidFill>
                  <a:srgbClr val="FFFFFF"/>
                </a:solidFill>
                <a:effectLst/>
                <a:latin typeface="+mn-lt"/>
              </a:rPr>
              <a:t>Inventory Screen</a:t>
            </a:r>
            <a:endParaRPr lang="en-IL" sz="3500">
              <a:solidFill>
                <a:srgbClr val="FFFFFF"/>
              </a:solidFill>
              <a:latin typeface="+mn-lt"/>
            </a:endParaRPr>
          </a:p>
        </p:txBody>
      </p:sp>
      <p:pic>
        <p:nvPicPr>
          <p:cNvPr id="7" name="Picture 6">
            <a:extLst>
              <a:ext uri="{FF2B5EF4-FFF2-40B4-BE49-F238E27FC236}">
                <a16:creationId xmlns:a16="http://schemas.microsoft.com/office/drawing/2014/main" id="{1A980557-EDF0-25EF-E571-F6F7BCB5FAE9}"/>
              </a:ext>
            </a:extLst>
          </p:cNvPr>
          <p:cNvPicPr>
            <a:picLocks noChangeAspect="1"/>
          </p:cNvPicPr>
          <p:nvPr/>
        </p:nvPicPr>
        <p:blipFill>
          <a:blip r:embed="rId2"/>
          <a:stretch>
            <a:fillRect/>
          </a:stretch>
        </p:blipFill>
        <p:spPr>
          <a:xfrm>
            <a:off x="310307" y="1833412"/>
            <a:ext cx="8523382" cy="4746053"/>
          </a:xfrm>
          <a:prstGeom prst="rect">
            <a:avLst/>
          </a:prstGeom>
        </p:spPr>
      </p:pic>
    </p:spTree>
    <p:extLst>
      <p:ext uri="{BB962C8B-B14F-4D97-AF65-F5344CB8AC3E}">
        <p14:creationId xmlns:p14="http://schemas.microsoft.com/office/powerpoint/2010/main" val="116739888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E78A7F-756B-19A8-9EDB-2DF102F9E134}"/>
              </a:ext>
            </a:extLst>
          </p:cNvPr>
          <p:cNvSpPr>
            <a:spLocks noGrp="1"/>
          </p:cNvSpPr>
          <p:nvPr>
            <p:ph type="title"/>
          </p:nvPr>
        </p:nvSpPr>
        <p:spPr>
          <a:xfrm>
            <a:off x="0" y="278535"/>
            <a:ext cx="3336496" cy="1033669"/>
          </a:xfrm>
        </p:spPr>
        <p:txBody>
          <a:bodyPr>
            <a:normAutofit/>
          </a:bodyPr>
          <a:lstStyle/>
          <a:p>
            <a:r>
              <a:rPr lang="en-US" sz="3500">
                <a:solidFill>
                  <a:srgbClr val="FFFFFF"/>
                </a:solidFill>
              </a:rPr>
              <a:t>Puzzle Door </a:t>
            </a:r>
            <a:endParaRPr lang="en-IL" sz="3500">
              <a:solidFill>
                <a:srgbClr val="FFFFFF"/>
              </a:solidFill>
            </a:endParaRPr>
          </a:p>
        </p:txBody>
      </p:sp>
      <p:pic>
        <p:nvPicPr>
          <p:cNvPr id="7170" name="Picture 2">
            <a:extLst>
              <a:ext uri="{FF2B5EF4-FFF2-40B4-BE49-F238E27FC236}">
                <a16:creationId xmlns:a16="http://schemas.microsoft.com/office/drawing/2014/main" id="{17288604-6546-7556-2BFA-1FDFADB4D0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3480" y="1891970"/>
            <a:ext cx="7157040" cy="4023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10437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85"/>
        <p:cNvGrpSpPr/>
        <p:nvPr/>
      </p:nvGrpSpPr>
      <p:grpSpPr>
        <a:xfrm>
          <a:off x="0" y="0"/>
          <a:ext cx="0" cy="0"/>
          <a:chOff x="0" y="0"/>
          <a:chExt cx="0" cy="0"/>
        </a:xfrm>
      </p:grpSpPr>
      <p:sp useBgFill="1">
        <p:nvSpPr>
          <p:cNvPr id="205" name="Rectangle 204">
            <a:extLst>
              <a:ext uri="{FF2B5EF4-FFF2-40B4-BE49-F238E27FC236}">
                <a16:creationId xmlns:a16="http://schemas.microsoft.com/office/drawing/2014/main" id="{F0A604E4-7307-451C-93BE-F1F7E1BF3B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4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Rectangle 206">
            <a:extLst>
              <a:ext uri="{FF2B5EF4-FFF2-40B4-BE49-F238E27FC236}">
                <a16:creationId xmlns:a16="http://schemas.microsoft.com/office/drawing/2014/main" id="{F7F3A0AA-35E5-4085-942B-7378390306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282344"/>
            <a:ext cx="9143997" cy="159074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Rectangle 208">
            <a:extLst>
              <a:ext uri="{FF2B5EF4-FFF2-40B4-BE49-F238E27FC236}">
                <a16:creationId xmlns:a16="http://schemas.microsoft.com/office/drawing/2014/main" id="{402F5C38-C747-4173-ABBF-656E39E82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5282344"/>
            <a:ext cx="6086475" cy="1590742"/>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Rectangle 210">
            <a:extLst>
              <a:ext uri="{FF2B5EF4-FFF2-40B4-BE49-F238E27FC236}">
                <a16:creationId xmlns:a16="http://schemas.microsoft.com/office/drawing/2014/main" id="{E37EECFC-A684-4391-AE85-4CDAF5565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5282344"/>
            <a:ext cx="9143998" cy="1590742"/>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Google Shape;186;g32b1853d445_2_385"/>
          <p:cNvSpPr txBox="1">
            <a:spLocks noGrp="1"/>
          </p:cNvSpPr>
          <p:nvPr>
            <p:ph type="title"/>
          </p:nvPr>
        </p:nvSpPr>
        <p:spPr>
          <a:xfrm>
            <a:off x="524785" y="5490971"/>
            <a:ext cx="5221554" cy="1159200"/>
          </a:xfrm>
          <a:prstGeom prst="rect">
            <a:avLst/>
          </a:prstGeom>
        </p:spPr>
        <p:txBody>
          <a:bodyPr spcFirstLastPara="1" vert="horz" lIns="91440" tIns="45720" rIns="91440" bIns="45720" rtlCol="0" anchor="ctr" anchorCtr="0">
            <a:normAutofit/>
          </a:bodyPr>
          <a:lstStyle/>
          <a:p>
            <a:pPr marL="0" lvl="0" indent="0" algn="l">
              <a:lnSpc>
                <a:spcPct val="90000"/>
              </a:lnSpc>
              <a:spcBef>
                <a:spcPct val="0"/>
              </a:spcBef>
              <a:spcAft>
                <a:spcPts val="0"/>
              </a:spcAft>
              <a:buClr>
                <a:schemeClr val="dk1"/>
              </a:buClr>
              <a:buSzPts val="4400"/>
            </a:pPr>
            <a:r>
              <a:rPr lang="en-US" sz="3500" kern="1200">
                <a:solidFill>
                  <a:srgbClr val="FFFFFF"/>
                </a:solidFill>
                <a:latin typeface="+mj-lt"/>
                <a:ea typeface="+mj-ea"/>
                <a:cs typeface="+mj-cs"/>
              </a:rPr>
              <a:t>Activity Diagram</a:t>
            </a:r>
          </a:p>
        </p:txBody>
      </p:sp>
      <p:pic>
        <p:nvPicPr>
          <p:cNvPr id="3" name="Picture 2">
            <a:extLst>
              <a:ext uri="{FF2B5EF4-FFF2-40B4-BE49-F238E27FC236}">
                <a16:creationId xmlns:a16="http://schemas.microsoft.com/office/drawing/2014/main" id="{523727CE-FD73-1AA1-9D48-188CA1559E16}"/>
              </a:ext>
            </a:extLst>
          </p:cNvPr>
          <p:cNvPicPr>
            <a:picLocks noChangeAspect="1"/>
          </p:cNvPicPr>
          <p:nvPr/>
        </p:nvPicPr>
        <p:blipFill>
          <a:blip r:embed="rId3"/>
          <a:stretch>
            <a:fillRect/>
          </a:stretch>
        </p:blipFill>
        <p:spPr>
          <a:xfrm>
            <a:off x="400549" y="0"/>
            <a:ext cx="8342893" cy="5210079"/>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91"/>
        <p:cNvGrpSpPr/>
        <p:nvPr/>
      </p:nvGrpSpPr>
      <p:grpSpPr>
        <a:xfrm>
          <a:off x="0" y="0"/>
          <a:ext cx="0" cy="0"/>
          <a:chOff x="0" y="0"/>
          <a:chExt cx="0" cy="0"/>
        </a:xfrm>
      </p:grpSpPr>
      <p:sp>
        <p:nvSpPr>
          <p:cNvPr id="226" name="Rectangle 225">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Freeform: Shape 227">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282117" y="-253670"/>
            <a:ext cx="137072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Rectangle 218">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668730" y="422146"/>
            <a:ext cx="484026"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Rectangle 228">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7532611" y="655140"/>
            <a:ext cx="515604"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Freeform: Shape 229">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7017482" y="0"/>
            <a:ext cx="2126518"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5" name="Isosceles Triangle 224">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82258" y="6115501"/>
            <a:ext cx="1120884"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Isosceles Triangle 226">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703060" y="6453143"/>
            <a:ext cx="611177"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Google Shape;192;p12"/>
          <p:cNvSpPr txBox="1">
            <a:spLocks noGrp="1"/>
          </p:cNvSpPr>
          <p:nvPr>
            <p:ph type="title"/>
          </p:nvPr>
        </p:nvSpPr>
        <p:spPr>
          <a:xfrm>
            <a:off x="628650" y="556995"/>
            <a:ext cx="7886700" cy="1133693"/>
          </a:xfrm>
          <a:prstGeom prst="rect">
            <a:avLst/>
          </a:prstGeom>
        </p:spPr>
        <p:txBody>
          <a:bodyPr spcFirstLastPara="1" lIns="91425" tIns="45700" rIns="91425" bIns="45700" anchorCtr="0">
            <a:normAutofit/>
          </a:bodyPr>
          <a:lstStyle/>
          <a:p>
            <a:pPr marL="0" lvl="0" indent="0" rtl="0">
              <a:spcBef>
                <a:spcPts val="0"/>
              </a:spcBef>
              <a:spcAft>
                <a:spcPts val="0"/>
              </a:spcAft>
              <a:buClr>
                <a:schemeClr val="dk1"/>
              </a:buClr>
              <a:buSzPts val="4400"/>
              <a:buFont typeface="Calibri"/>
              <a:buNone/>
            </a:pPr>
            <a:r>
              <a:rPr lang="en-US">
                <a:latin typeface="Calibri"/>
                <a:ea typeface="Calibri"/>
                <a:cs typeface="Calibri"/>
                <a:sym typeface="Calibri"/>
              </a:rPr>
              <a:t>Verification</a:t>
            </a:r>
            <a:r>
              <a:rPr lang="en-US" sz="4500">
                <a:latin typeface="Calibri"/>
                <a:ea typeface="Calibri"/>
                <a:cs typeface="Calibri"/>
                <a:sym typeface="Calibri"/>
              </a:rPr>
              <a:t> &amp; Evaluation Plan</a:t>
            </a:r>
            <a:endParaRPr lang="en-US" sz="4500"/>
          </a:p>
        </p:txBody>
      </p:sp>
      <p:graphicFrame>
        <p:nvGraphicFramePr>
          <p:cNvPr id="195" name="Google Shape;193;p12">
            <a:extLst>
              <a:ext uri="{FF2B5EF4-FFF2-40B4-BE49-F238E27FC236}">
                <a16:creationId xmlns:a16="http://schemas.microsoft.com/office/drawing/2014/main" id="{3E4FD536-7C9B-AEDD-0445-6B137CB641DD}"/>
              </a:ext>
            </a:extLst>
          </p:cNvPr>
          <p:cNvGraphicFramePr/>
          <p:nvPr>
            <p:extLst>
              <p:ext uri="{D42A27DB-BD31-4B8C-83A1-F6EECF244321}">
                <p14:modId xmlns:p14="http://schemas.microsoft.com/office/powerpoint/2010/main" val="2104613391"/>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D8605-45E9-731F-717F-50CE4270F263}"/>
              </a:ext>
            </a:extLst>
          </p:cNvPr>
          <p:cNvSpPr>
            <a:spLocks noGrp="1"/>
          </p:cNvSpPr>
          <p:nvPr>
            <p:ph type="title"/>
          </p:nvPr>
        </p:nvSpPr>
        <p:spPr/>
        <p:txBody>
          <a:bodyPr/>
          <a:lstStyle/>
          <a:p>
            <a:r>
              <a:rPr lang="en-US"/>
              <a:t>Verification</a:t>
            </a:r>
          </a:p>
        </p:txBody>
      </p:sp>
      <p:sp>
        <p:nvSpPr>
          <p:cNvPr id="4" name="Text Placeholder 3">
            <a:extLst>
              <a:ext uri="{FF2B5EF4-FFF2-40B4-BE49-F238E27FC236}">
                <a16:creationId xmlns:a16="http://schemas.microsoft.com/office/drawing/2014/main" id="{11B5230C-B29C-0041-97A2-2AF7EEB7B64E}"/>
              </a:ext>
            </a:extLst>
          </p:cNvPr>
          <p:cNvSpPr>
            <a:spLocks noGrp="1"/>
          </p:cNvSpPr>
          <p:nvPr>
            <p:ph type="body" idx="1"/>
          </p:nvPr>
        </p:nvSpPr>
        <p:spPr/>
        <p:txBody>
          <a:bodyPr>
            <a:normAutofit/>
          </a:bodyPr>
          <a:lstStyle/>
          <a:p>
            <a:r>
              <a:rPr lang="en-US"/>
              <a:t>Unity Test Framework (UTF)</a:t>
            </a:r>
          </a:p>
          <a:p>
            <a:endParaRPr lang="en-US"/>
          </a:p>
        </p:txBody>
      </p:sp>
      <p:graphicFrame>
        <p:nvGraphicFramePr>
          <p:cNvPr id="14" name="Text Placeholder 7">
            <a:extLst>
              <a:ext uri="{FF2B5EF4-FFF2-40B4-BE49-F238E27FC236}">
                <a16:creationId xmlns:a16="http://schemas.microsoft.com/office/drawing/2014/main" id="{1894EA76-F58E-AC88-BCC4-F689DFCA21AB}"/>
              </a:ext>
            </a:extLst>
          </p:cNvPr>
          <p:cNvGraphicFramePr/>
          <p:nvPr/>
        </p:nvGraphicFramePr>
        <p:xfrm>
          <a:off x="4648200" y="1600200"/>
          <a:ext cx="4038600" cy="4526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175631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3" name="Rectangle 12">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2BA7A7-B987-320E-F08E-08FB6E225BF2}"/>
              </a:ext>
            </a:extLst>
          </p:cNvPr>
          <p:cNvSpPr>
            <a:spLocks noGrp="1"/>
          </p:cNvSpPr>
          <p:nvPr>
            <p:ph type="title"/>
          </p:nvPr>
        </p:nvSpPr>
        <p:spPr>
          <a:xfrm>
            <a:off x="571352" y="350196"/>
            <a:ext cx="3485178" cy="1624520"/>
          </a:xfrm>
        </p:spPr>
        <p:txBody>
          <a:bodyPr anchor="ctr">
            <a:normAutofit/>
          </a:bodyPr>
          <a:lstStyle/>
          <a:p>
            <a:r>
              <a:rPr lang="en-US"/>
              <a:t>Evaluation</a:t>
            </a:r>
          </a:p>
        </p:txBody>
      </p:sp>
      <p:pic>
        <p:nvPicPr>
          <p:cNvPr id="7" name="Picture 6" descr="3D Hologram from iPad">
            <a:extLst>
              <a:ext uri="{FF2B5EF4-FFF2-40B4-BE49-F238E27FC236}">
                <a16:creationId xmlns:a16="http://schemas.microsoft.com/office/drawing/2014/main" id="{59190DA9-48C6-7354-C1F6-580B348BBF6D}"/>
              </a:ext>
            </a:extLst>
          </p:cNvPr>
          <p:cNvPicPr>
            <a:picLocks noChangeAspect="1"/>
          </p:cNvPicPr>
          <p:nvPr/>
        </p:nvPicPr>
        <p:blipFill>
          <a:blip r:embed="rId2"/>
          <a:srcRect l="19072" r="36377" b="-2"/>
          <a:stretch/>
        </p:blipFill>
        <p:spPr>
          <a:xfrm>
            <a:off x="4572000" y="1"/>
            <a:ext cx="4577118" cy="6858000"/>
          </a:xfrm>
          <a:prstGeom prst="rect">
            <a:avLst/>
          </a:prstGeom>
        </p:spPr>
      </p:pic>
      <p:graphicFrame>
        <p:nvGraphicFramePr>
          <p:cNvPr id="15" name="Text Placeholder 4">
            <a:extLst>
              <a:ext uri="{FF2B5EF4-FFF2-40B4-BE49-F238E27FC236}">
                <a16:creationId xmlns:a16="http://schemas.microsoft.com/office/drawing/2014/main" id="{13681D1B-B372-372C-D376-E801CECD4A2C}"/>
              </a:ext>
            </a:extLst>
          </p:cNvPr>
          <p:cNvGraphicFramePr/>
          <p:nvPr/>
        </p:nvGraphicFramePr>
        <p:xfrm>
          <a:off x="571351" y="2743200"/>
          <a:ext cx="3485179" cy="36131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4400911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97"/>
        <p:cNvGrpSpPr/>
        <p:nvPr/>
      </p:nvGrpSpPr>
      <p:grpSpPr>
        <a:xfrm>
          <a:off x="0" y="0"/>
          <a:ext cx="0" cy="0"/>
          <a:chOff x="0" y="0"/>
          <a:chExt cx="0" cy="0"/>
        </a:xfrm>
      </p:grpSpPr>
      <p:sp useBgFill="1">
        <p:nvSpPr>
          <p:cNvPr id="204" name="Rectangle 203">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Rectangle 205">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ectangle 207">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ectangle 209">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Rectangle 211">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Google Shape;198;p13"/>
          <p:cNvSpPr txBox="1">
            <a:spLocks noGrp="1"/>
          </p:cNvSpPr>
          <p:nvPr>
            <p:ph type="title"/>
          </p:nvPr>
        </p:nvSpPr>
        <p:spPr>
          <a:xfrm>
            <a:off x="1028699" y="294538"/>
            <a:ext cx="7421963" cy="1033669"/>
          </a:xfrm>
          <a:prstGeom prst="rect">
            <a:avLst/>
          </a:prstGeom>
        </p:spPr>
        <p:txBody>
          <a:bodyPr spcFirstLastPara="1" lIns="91425" tIns="45700" rIns="91425" bIns="45700" anchorCtr="0">
            <a:normAutofit/>
          </a:bodyPr>
          <a:lstStyle/>
          <a:p>
            <a:pPr marL="0" lvl="0" indent="0" rtl="0">
              <a:spcBef>
                <a:spcPts val="0"/>
              </a:spcBef>
              <a:spcAft>
                <a:spcPts val="0"/>
              </a:spcAft>
              <a:buClr>
                <a:schemeClr val="dk1"/>
              </a:buClr>
              <a:buSzPts val="4400"/>
              <a:buFont typeface="Calibri"/>
              <a:buNone/>
            </a:pPr>
            <a:r>
              <a:rPr lang="en-US" sz="3500">
                <a:solidFill>
                  <a:srgbClr val="FFFFFF"/>
                </a:solidFill>
                <a:latin typeface="Calibri"/>
                <a:ea typeface="Calibri"/>
                <a:cs typeface="Calibri"/>
                <a:sym typeface="Calibri"/>
              </a:rPr>
              <a:t>Project Impact &amp; Future Improvements</a:t>
            </a:r>
            <a:endParaRPr lang="en-US" sz="3500">
              <a:solidFill>
                <a:srgbClr val="FFFFFF"/>
              </a:solidFill>
            </a:endParaRPr>
          </a:p>
        </p:txBody>
      </p:sp>
      <p:sp>
        <p:nvSpPr>
          <p:cNvPr id="199" name="Google Shape;199;p13"/>
          <p:cNvSpPr txBox="1">
            <a:spLocks noGrp="1"/>
          </p:cNvSpPr>
          <p:nvPr>
            <p:ph type="body" idx="1"/>
          </p:nvPr>
        </p:nvSpPr>
        <p:spPr>
          <a:xfrm>
            <a:off x="1028699" y="2318197"/>
            <a:ext cx="7293023" cy="3683358"/>
          </a:xfrm>
          <a:prstGeom prst="rect">
            <a:avLst/>
          </a:prstGeom>
        </p:spPr>
        <p:txBody>
          <a:bodyPr spcFirstLastPara="1" lIns="91425" tIns="45700" rIns="91425" bIns="45700" anchor="ctr" anchorCtr="0">
            <a:normAutofit/>
          </a:bodyPr>
          <a:lstStyle/>
          <a:p>
            <a:pPr marL="342900" lvl="0" indent="-254000" rtl="0">
              <a:spcBef>
                <a:spcPts val="0"/>
              </a:spcBef>
              <a:spcAft>
                <a:spcPts val="0"/>
              </a:spcAft>
              <a:buClr>
                <a:schemeClr val="dk1"/>
              </a:buClr>
              <a:buSzPts val="1800"/>
              <a:buChar char="•"/>
            </a:pPr>
            <a:r>
              <a:rPr lang="en-US" sz="1700">
                <a:latin typeface="Calibri"/>
                <a:ea typeface="Calibri"/>
                <a:cs typeface="Calibri"/>
                <a:sym typeface="Calibri"/>
              </a:rPr>
              <a:t>Impact: Teaching cryptography through gaming makes learning more accessible.</a:t>
            </a:r>
          </a:p>
          <a:p>
            <a:pPr marL="342900" lvl="0" indent="0" rtl="0">
              <a:spcBef>
                <a:spcPts val="0"/>
              </a:spcBef>
              <a:spcAft>
                <a:spcPts val="0"/>
              </a:spcAft>
              <a:buNone/>
            </a:pPr>
            <a:endParaRPr lang="en-US" sz="1700"/>
          </a:p>
          <a:p>
            <a:pPr marL="342900" lvl="0" indent="-254000" rtl="0">
              <a:spcBef>
                <a:spcPts val="640"/>
              </a:spcBef>
              <a:spcAft>
                <a:spcPts val="0"/>
              </a:spcAft>
              <a:buClr>
                <a:schemeClr val="dk1"/>
              </a:buClr>
              <a:buSzPts val="1800"/>
              <a:buChar char="•"/>
            </a:pPr>
            <a:r>
              <a:rPr lang="en-US" sz="1700">
                <a:latin typeface="Calibri"/>
                <a:ea typeface="Calibri"/>
                <a:cs typeface="Calibri"/>
                <a:sym typeface="Calibri"/>
              </a:rPr>
              <a:t>Future Improvements:</a:t>
            </a:r>
            <a:endParaRPr lang="en-US" sz="1700"/>
          </a:p>
          <a:p>
            <a:pPr marL="342900" lvl="0" indent="0" rtl="0">
              <a:spcBef>
                <a:spcPts val="640"/>
              </a:spcBef>
              <a:spcAft>
                <a:spcPts val="0"/>
              </a:spcAft>
              <a:buNone/>
            </a:pPr>
            <a:r>
              <a:rPr lang="en-US" sz="1700">
                <a:latin typeface="Calibri"/>
                <a:ea typeface="Calibri"/>
                <a:cs typeface="Calibri"/>
                <a:sym typeface="Calibri"/>
              </a:rPr>
              <a:t>- Add more rooms and cryptographic challenges.</a:t>
            </a:r>
            <a:endParaRPr lang="en-US" sz="1700"/>
          </a:p>
          <a:p>
            <a:pPr marL="342900" lvl="0" indent="0" rtl="0">
              <a:spcBef>
                <a:spcPts val="640"/>
              </a:spcBef>
              <a:spcAft>
                <a:spcPts val="0"/>
              </a:spcAft>
              <a:buNone/>
            </a:pPr>
            <a:r>
              <a:rPr lang="en-US" sz="1700">
                <a:latin typeface="Calibri"/>
                <a:ea typeface="Calibri"/>
                <a:cs typeface="Calibri"/>
                <a:sym typeface="Calibri"/>
              </a:rPr>
              <a:t>- Introduce an adaptive difficulty system.</a:t>
            </a:r>
            <a:endParaRPr lang="en-US" sz="1700"/>
          </a:p>
          <a:p>
            <a:pPr marL="342900" lvl="0" indent="0" rtl="0">
              <a:spcBef>
                <a:spcPts val="640"/>
              </a:spcBef>
              <a:spcAft>
                <a:spcPts val="0"/>
              </a:spcAft>
              <a:buNone/>
            </a:pPr>
            <a:r>
              <a:rPr lang="en-US" sz="1700">
                <a:latin typeface="Calibri"/>
                <a:ea typeface="Calibri"/>
                <a:cs typeface="Calibri"/>
                <a:sym typeface="Calibri"/>
              </a:rPr>
              <a:t>- Expand cryptographic tools beyond classical ciphers.</a:t>
            </a:r>
            <a:endParaRPr lang="en-US" sz="170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03"/>
        <p:cNvGrpSpPr/>
        <p:nvPr/>
      </p:nvGrpSpPr>
      <p:grpSpPr>
        <a:xfrm>
          <a:off x="0" y="0"/>
          <a:ext cx="0" cy="0"/>
          <a:chOff x="0" y="0"/>
          <a:chExt cx="0" cy="0"/>
        </a:xfrm>
      </p:grpSpPr>
      <p:sp useBgFill="1">
        <p:nvSpPr>
          <p:cNvPr id="211" name="Rectangle 210">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Google Shape;204;p14"/>
          <p:cNvSpPr txBox="1">
            <a:spLocks noGrp="1"/>
          </p:cNvSpPr>
          <p:nvPr>
            <p:ph type="title"/>
          </p:nvPr>
        </p:nvSpPr>
        <p:spPr>
          <a:xfrm>
            <a:off x="852297" y="502020"/>
            <a:ext cx="3992787" cy="1642970"/>
          </a:xfrm>
          <a:prstGeom prst="rect">
            <a:avLst/>
          </a:prstGeom>
        </p:spPr>
        <p:txBody>
          <a:bodyPr spcFirstLastPara="1" lIns="91425" tIns="45700" rIns="91425" bIns="45700" anchor="b" anchorCtr="0">
            <a:normAutofit/>
          </a:bodyPr>
          <a:lstStyle/>
          <a:p>
            <a:pPr marL="0" lvl="0" indent="0" rtl="0">
              <a:spcBef>
                <a:spcPts val="0"/>
              </a:spcBef>
              <a:spcAft>
                <a:spcPts val="0"/>
              </a:spcAft>
              <a:buClr>
                <a:schemeClr val="dk1"/>
              </a:buClr>
              <a:buSzPts val="4400"/>
              <a:buFont typeface="Calibri"/>
              <a:buNone/>
            </a:pPr>
            <a:r>
              <a:rPr lang="en-US" sz="3500">
                <a:latin typeface="Calibri"/>
                <a:ea typeface="Calibri"/>
                <a:cs typeface="Calibri"/>
                <a:sym typeface="Calibri"/>
              </a:rPr>
              <a:t>Conclusion</a:t>
            </a:r>
            <a:endParaRPr lang="en-US" sz="3500"/>
          </a:p>
        </p:txBody>
      </p:sp>
      <p:sp>
        <p:nvSpPr>
          <p:cNvPr id="205" name="Google Shape;205;p14"/>
          <p:cNvSpPr txBox="1">
            <a:spLocks noGrp="1"/>
          </p:cNvSpPr>
          <p:nvPr>
            <p:ph type="body" idx="1"/>
          </p:nvPr>
        </p:nvSpPr>
        <p:spPr>
          <a:xfrm>
            <a:off x="858692" y="2405894"/>
            <a:ext cx="3986392" cy="3535083"/>
          </a:xfrm>
          <a:prstGeom prst="rect">
            <a:avLst/>
          </a:prstGeom>
        </p:spPr>
        <p:txBody>
          <a:bodyPr spcFirstLastPara="1" lIns="91425" tIns="45700" rIns="91425" bIns="45700" anchor="t" anchorCtr="0">
            <a:normAutofit/>
          </a:bodyPr>
          <a:lstStyle/>
          <a:p>
            <a:pPr marL="0" lvl="0" indent="0" rtl="0">
              <a:spcBef>
                <a:spcPts val="640"/>
              </a:spcBef>
              <a:spcAft>
                <a:spcPts val="0"/>
              </a:spcAft>
              <a:buNone/>
            </a:pPr>
            <a:r>
              <a:rPr lang="en-US" sz="1700" i="1"/>
              <a:t>Enigma Academy transforms the complexities of cryptography into an immersive adventure, where every puzzle solved unlocks a deeper understanding of digital security.</a:t>
            </a:r>
          </a:p>
        </p:txBody>
      </p:sp>
      <p:sp>
        <p:nvSpPr>
          <p:cNvPr id="213" name="Rectangle 212">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5"/>
            <a:ext cx="306939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Rectangle 214">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2"/>
            <a:ext cx="306939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 name="Rectangle 216">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22"/>
            <a:ext cx="3051501"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Rectangle 218">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2499" y="-10"/>
            <a:ext cx="2708601"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6" name="Google Shape;206;p14"/>
          <p:cNvPicPr preferRelativeResize="0"/>
          <p:nvPr/>
        </p:nvPicPr>
        <p:blipFill rotWithShape="1">
          <a:blip r:embed="rId3"/>
          <a:srcRect l="20958" t="39777" r="24235" b="16338"/>
          <a:stretch/>
        </p:blipFill>
        <p:spPr>
          <a:xfrm>
            <a:off x="5306975" y="2192663"/>
            <a:ext cx="3127897" cy="2504566"/>
          </a:xfrm>
          <a:prstGeom prst="rect">
            <a:avLst/>
          </a:prstGeom>
          <a:noFill/>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10"/>
        <p:cNvGrpSpPr/>
        <p:nvPr/>
      </p:nvGrpSpPr>
      <p:grpSpPr>
        <a:xfrm>
          <a:off x="0" y="0"/>
          <a:ext cx="0" cy="0"/>
          <a:chOff x="0" y="0"/>
          <a:chExt cx="0" cy="0"/>
        </a:xfrm>
      </p:grpSpPr>
      <p:sp useBgFill="1">
        <p:nvSpPr>
          <p:cNvPr id="217" name="Rectangle 216">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Rectangle 218">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Rectangle 220">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Rectangle 222">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Rectangle 224">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Oval 226">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Google Shape;211;p15"/>
          <p:cNvSpPr txBox="1">
            <a:spLocks noGrp="1"/>
          </p:cNvSpPr>
          <p:nvPr>
            <p:ph type="title"/>
          </p:nvPr>
        </p:nvSpPr>
        <p:spPr>
          <a:xfrm>
            <a:off x="619797" y="586855"/>
            <a:ext cx="3172575" cy="3387497"/>
          </a:xfrm>
          <a:prstGeom prst="rect">
            <a:avLst/>
          </a:prstGeom>
        </p:spPr>
        <p:txBody>
          <a:bodyPr spcFirstLastPara="1" lIns="91425" tIns="45700" rIns="91425" bIns="45700" anchor="b" anchorCtr="0">
            <a:normAutofit/>
          </a:bodyPr>
          <a:lstStyle/>
          <a:p>
            <a:pPr marL="0" lvl="0" indent="0" algn="r" rtl="0">
              <a:spcBef>
                <a:spcPts val="0"/>
              </a:spcBef>
              <a:spcAft>
                <a:spcPts val="0"/>
              </a:spcAft>
              <a:buClr>
                <a:schemeClr val="dk1"/>
              </a:buClr>
              <a:buSzPts val="4400"/>
              <a:buFont typeface="Calibri"/>
              <a:buNone/>
            </a:pPr>
            <a:r>
              <a:rPr lang="en-US" sz="3500">
                <a:solidFill>
                  <a:srgbClr val="FFFFFF"/>
                </a:solidFill>
              </a:rPr>
              <a:t>Thank you!</a:t>
            </a:r>
          </a:p>
        </p:txBody>
      </p:sp>
      <p:sp>
        <p:nvSpPr>
          <p:cNvPr id="212" name="Google Shape;212;p15"/>
          <p:cNvSpPr txBox="1">
            <a:spLocks noGrp="1"/>
          </p:cNvSpPr>
          <p:nvPr>
            <p:ph type="body" idx="1"/>
          </p:nvPr>
        </p:nvSpPr>
        <p:spPr>
          <a:xfrm>
            <a:off x="4877368" y="649480"/>
            <a:ext cx="3646835" cy="5546047"/>
          </a:xfrm>
          <a:prstGeom prst="rect">
            <a:avLst/>
          </a:prstGeom>
        </p:spPr>
        <p:txBody>
          <a:bodyPr spcFirstLastPara="1" lIns="91425" tIns="45700" rIns="91425" bIns="45700" anchor="ctr" anchorCtr="0">
            <a:normAutofit/>
          </a:bodyPr>
          <a:lstStyle/>
          <a:p>
            <a:pPr marL="342900" lvl="0" indent="0" rtl="0">
              <a:spcBef>
                <a:spcPts val="0"/>
              </a:spcBef>
              <a:spcAft>
                <a:spcPts val="600"/>
              </a:spcAft>
              <a:buNone/>
            </a:pPr>
            <a:endParaRPr lang="en-US" sz="1700"/>
          </a:p>
          <a:p>
            <a:pPr marL="342900" lvl="0" indent="0" rtl="0">
              <a:spcBef>
                <a:spcPts val="0"/>
              </a:spcBef>
              <a:spcAft>
                <a:spcPts val="600"/>
              </a:spcAft>
              <a:buNone/>
            </a:pPr>
            <a:endParaRPr lang="en-US" sz="1700"/>
          </a:p>
          <a:p>
            <a:pPr marL="342900" lvl="0" indent="0" rtl="0">
              <a:spcBef>
                <a:spcPts val="0"/>
              </a:spcBef>
              <a:spcAft>
                <a:spcPts val="600"/>
              </a:spcAft>
              <a:buNone/>
            </a:pPr>
            <a:endParaRPr lang="en-US" sz="1700"/>
          </a:p>
          <a:p>
            <a:pPr marL="342900" lvl="0" indent="0" rtl="0">
              <a:spcBef>
                <a:spcPts val="0"/>
              </a:spcBef>
              <a:spcAft>
                <a:spcPts val="600"/>
              </a:spcAft>
              <a:buNone/>
            </a:pPr>
            <a:endParaRPr lang="en-US" sz="1700"/>
          </a:p>
          <a:p>
            <a:pPr marL="342900" lvl="0" indent="0" rtl="0">
              <a:spcBef>
                <a:spcPts val="0"/>
              </a:spcBef>
              <a:spcAft>
                <a:spcPts val="600"/>
              </a:spcAft>
              <a:buNone/>
            </a:pPr>
            <a:r>
              <a:rPr lang="en-US" sz="1700"/>
              <a:t>Questions?</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1082</Words>
  <Application>Microsoft Office PowerPoint</Application>
  <PresentationFormat>On-screen Show (4:3)</PresentationFormat>
  <Paragraphs>176</Paragraphs>
  <Slides>33</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Arial</vt:lpstr>
      <vt:lpstr>Bierstadt</vt:lpstr>
      <vt:lpstr>Calibri</vt:lpstr>
      <vt:lpstr>Merriweather</vt:lpstr>
      <vt:lpstr>Roboto</vt:lpstr>
      <vt:lpstr>Times New Roman</vt:lpstr>
      <vt:lpstr>Wingdings</vt:lpstr>
      <vt:lpstr>Office Theme</vt:lpstr>
      <vt:lpstr>PowerPoint Presentation</vt:lpstr>
      <vt:lpstr>The Problem</vt:lpstr>
      <vt:lpstr>The Solution</vt:lpstr>
      <vt:lpstr>Game-Based Learning</vt:lpstr>
      <vt:lpstr>PowerPoint Presentation</vt:lpstr>
      <vt:lpstr>Example of GBL</vt:lpstr>
      <vt:lpstr>GBL Effect</vt:lpstr>
      <vt:lpstr>Project Goals &amp; Objectives</vt:lpstr>
      <vt:lpstr>Analysis of Existing Solutions</vt:lpstr>
      <vt:lpstr>How is Enigma Academy different? </vt:lpstr>
      <vt:lpstr>Overview of Enigma Academy</vt:lpstr>
      <vt:lpstr>What is cryptography</vt:lpstr>
      <vt:lpstr>Cipher Tools we Focus on </vt:lpstr>
      <vt:lpstr>Unity Engine</vt:lpstr>
      <vt:lpstr>Key Features</vt:lpstr>
      <vt:lpstr>Functional &amp; non-Functional Requirements</vt:lpstr>
      <vt:lpstr>Technical Aspects</vt:lpstr>
      <vt:lpstr>Game Architecture Diagram</vt:lpstr>
      <vt:lpstr>Game Flow and Scenes – How the Player Progresses</vt:lpstr>
      <vt:lpstr>Main menu</vt:lpstr>
      <vt:lpstr>Puzzle Room </vt:lpstr>
      <vt:lpstr>Room Objects</vt:lpstr>
      <vt:lpstr>Interactable objects </vt:lpstr>
      <vt:lpstr>Text Interaction </vt:lpstr>
      <vt:lpstr>Inventory Screen</vt:lpstr>
      <vt:lpstr>Puzzle Door </vt:lpstr>
      <vt:lpstr>Activity Diagram</vt:lpstr>
      <vt:lpstr>Verification &amp; Evaluation Plan</vt:lpstr>
      <vt:lpstr>Verification</vt:lpstr>
      <vt:lpstr>Evaluation</vt:lpstr>
      <vt:lpstr>Project Impact &amp; Future Improvements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Enigma Academy</dc:title>
  <dc:creator>abode</dc:creator>
  <cp:lastModifiedBy>עבד אללטיף זועבי</cp:lastModifiedBy>
  <cp:revision>2</cp:revision>
  <dcterms:created xsi:type="dcterms:W3CDTF">2013-01-27T09:14:16Z</dcterms:created>
  <dcterms:modified xsi:type="dcterms:W3CDTF">2025-02-03T19:31:47Z</dcterms:modified>
</cp:coreProperties>
</file>