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3"/>
  </p:notesMasterIdLst>
  <p:sldIdLst>
    <p:sldId id="256" r:id="rId2"/>
  </p:sldIdLst>
  <p:sldSz cx="30275213" cy="42803763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8040"/>
    <a:srgbClr val="996633"/>
    <a:srgbClr val="FFCC66"/>
    <a:srgbClr val="D2A000"/>
    <a:srgbClr val="CC6600"/>
    <a:srgbClr val="E3AA55"/>
    <a:srgbClr val="4EC2E9"/>
    <a:srgbClr val="2A27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A67D15-F7ED-4164-9751-0A9DD1ED5602}" v="52" dt="2025-07-24T05:35:38.647"/>
  </p1510:revLst>
</p1510:revInfo>
</file>

<file path=ppt/tableStyles.xml><?xml version="1.0" encoding="utf-8"?>
<a:tblStyleLst xmlns:a="http://schemas.openxmlformats.org/drawingml/2006/main" def="{5C22544A-7EE6-4342-B048-85BDC9FD1C3A}"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278" autoAdjust="0"/>
  </p:normalViewPr>
  <p:slideViewPr>
    <p:cSldViewPr snapToGrid="0">
      <p:cViewPr>
        <p:scale>
          <a:sx n="25" d="100"/>
          <a:sy n="25" d="100"/>
        </p:scale>
        <p:origin x="2448" y="-20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פיראס עמרייה" userId="0d508f20-cc8b-4ac5-b221-92a0edb89462" providerId="ADAL" clId="{CAA67D15-F7ED-4164-9751-0A9DD1ED5602}"/>
    <pc:docChg chg="undo custSel modSld">
      <pc:chgData name="פיראס עמרייה" userId="0d508f20-cc8b-4ac5-b221-92a0edb89462" providerId="ADAL" clId="{CAA67D15-F7ED-4164-9751-0A9DD1ED5602}" dt="2025-07-24T05:37:24.534" v="741" actId="207"/>
      <pc:docMkLst>
        <pc:docMk/>
      </pc:docMkLst>
      <pc:sldChg chg="addSp delSp modSp mod">
        <pc:chgData name="פיראס עמרייה" userId="0d508f20-cc8b-4ac5-b221-92a0edb89462" providerId="ADAL" clId="{CAA67D15-F7ED-4164-9751-0A9DD1ED5602}" dt="2025-07-24T05:37:24.534" v="741" actId="207"/>
        <pc:sldMkLst>
          <pc:docMk/>
          <pc:sldMk cId="1985792420" sldId="256"/>
        </pc:sldMkLst>
        <pc:spChg chg="add mod">
          <ac:chgData name="פיראס עמרייה" userId="0d508f20-cc8b-4ac5-b221-92a0edb89462" providerId="ADAL" clId="{CAA67D15-F7ED-4164-9751-0A9DD1ED5602}" dt="2025-07-24T05:33:25.896" v="699" actId="339"/>
          <ac:spMkLst>
            <pc:docMk/>
            <pc:sldMk cId="1985792420" sldId="256"/>
            <ac:spMk id="3" creationId="{44BF26BC-CD69-5144-169B-0802B16C93F9}"/>
          </ac:spMkLst>
        </pc:spChg>
        <pc:spChg chg="mod">
          <ac:chgData name="פיראס עמרייה" userId="0d508f20-cc8b-4ac5-b221-92a0edb89462" providerId="ADAL" clId="{CAA67D15-F7ED-4164-9751-0A9DD1ED5602}" dt="2025-07-17T08:59:35.693" v="10" actId="404"/>
          <ac:spMkLst>
            <pc:docMk/>
            <pc:sldMk cId="1985792420" sldId="256"/>
            <ac:spMk id="5" creationId="{CDD3D311-1EC6-0392-C550-D8710BBD161A}"/>
          </ac:spMkLst>
        </pc:spChg>
        <pc:spChg chg="mod">
          <ac:chgData name="פיראס עמרייה" userId="0d508f20-cc8b-4ac5-b221-92a0edb89462" providerId="ADAL" clId="{CAA67D15-F7ED-4164-9751-0A9DD1ED5602}" dt="2025-07-17T08:59:41.626" v="11" actId="403"/>
          <ac:spMkLst>
            <pc:docMk/>
            <pc:sldMk cId="1985792420" sldId="256"/>
            <ac:spMk id="6" creationId="{FD7ADA9B-FBD8-E1B4-2AF4-7085B38F5C23}"/>
          </ac:spMkLst>
        </pc:spChg>
        <pc:spChg chg="mod">
          <ac:chgData name="פיראס עמרייה" userId="0d508f20-cc8b-4ac5-b221-92a0edb89462" providerId="ADAL" clId="{CAA67D15-F7ED-4164-9751-0A9DD1ED5602}" dt="2025-07-24T05:37:24.534" v="741" actId="207"/>
          <ac:spMkLst>
            <pc:docMk/>
            <pc:sldMk cId="1985792420" sldId="256"/>
            <ac:spMk id="13" creationId="{1B9A978A-C750-D6C4-0EFE-CD7F3E0F8D7C}"/>
          </ac:spMkLst>
        </pc:spChg>
        <pc:spChg chg="mod">
          <ac:chgData name="פיראס עמרייה" userId="0d508f20-cc8b-4ac5-b221-92a0edb89462" providerId="ADAL" clId="{CAA67D15-F7ED-4164-9751-0A9DD1ED5602}" dt="2025-07-24T05:32:26.116" v="695" actId="339"/>
          <ac:spMkLst>
            <pc:docMk/>
            <pc:sldMk cId="1985792420" sldId="256"/>
            <ac:spMk id="14" creationId="{A98C388D-D017-1F2D-ADDD-9FDF3346E53A}"/>
          </ac:spMkLst>
        </pc:spChg>
        <pc:spChg chg="mod">
          <ac:chgData name="פיראס עמרייה" userId="0d508f20-cc8b-4ac5-b221-92a0edb89462" providerId="ADAL" clId="{CAA67D15-F7ED-4164-9751-0A9DD1ED5602}" dt="2025-07-24T05:36:19.467" v="739" actId="207"/>
          <ac:spMkLst>
            <pc:docMk/>
            <pc:sldMk cId="1985792420" sldId="256"/>
            <ac:spMk id="18" creationId="{D9E7F8D3-3B0F-CAC4-C3B7-AB73D4982E8D}"/>
          </ac:spMkLst>
        </pc:spChg>
        <pc:spChg chg="mod">
          <ac:chgData name="פיראס עמרייה" userId="0d508f20-cc8b-4ac5-b221-92a0edb89462" providerId="ADAL" clId="{CAA67D15-F7ED-4164-9751-0A9DD1ED5602}" dt="2025-07-23T10:30:18.502" v="561" actId="1076"/>
          <ac:spMkLst>
            <pc:docMk/>
            <pc:sldMk cId="1985792420" sldId="256"/>
            <ac:spMk id="19" creationId="{EFD18CBC-62C7-61FF-5BF1-1C3021DB97A3}"/>
          </ac:spMkLst>
        </pc:spChg>
        <pc:spChg chg="mod">
          <ac:chgData name="פיראס עמרייה" userId="0d508f20-cc8b-4ac5-b221-92a0edb89462" providerId="ADAL" clId="{CAA67D15-F7ED-4164-9751-0A9DD1ED5602}" dt="2025-07-23T10:30:18.502" v="561" actId="1076"/>
          <ac:spMkLst>
            <pc:docMk/>
            <pc:sldMk cId="1985792420" sldId="256"/>
            <ac:spMk id="23" creationId="{361A1A44-988C-4B0F-24DD-906BB0AF53FC}"/>
          </ac:spMkLst>
        </pc:spChg>
        <pc:spChg chg="mod">
          <ac:chgData name="פיראס עמרייה" userId="0d508f20-cc8b-4ac5-b221-92a0edb89462" providerId="ADAL" clId="{CAA67D15-F7ED-4164-9751-0A9DD1ED5602}" dt="2025-07-23T10:31:43.139" v="589" actId="14100"/>
          <ac:spMkLst>
            <pc:docMk/>
            <pc:sldMk cId="1985792420" sldId="256"/>
            <ac:spMk id="24" creationId="{2CF4E05A-D572-F65A-D2E1-FFEDFAFE6F28}"/>
          </ac:spMkLst>
        </pc:spChg>
        <pc:spChg chg="add mod">
          <ac:chgData name="פיראס עמרייה" userId="0d508f20-cc8b-4ac5-b221-92a0edb89462" providerId="ADAL" clId="{CAA67D15-F7ED-4164-9751-0A9DD1ED5602}" dt="2025-07-23T10:30:02.661" v="557" actId="1076"/>
          <ac:spMkLst>
            <pc:docMk/>
            <pc:sldMk cId="1985792420" sldId="256"/>
            <ac:spMk id="33" creationId="{5C19BBB7-3DC2-6680-6079-02FC16179262}"/>
          </ac:spMkLst>
        </pc:spChg>
        <pc:spChg chg="add mod">
          <ac:chgData name="פיראס עמרייה" userId="0d508f20-cc8b-4ac5-b221-92a0edb89462" providerId="ADAL" clId="{CAA67D15-F7ED-4164-9751-0A9DD1ED5602}" dt="2025-07-23T10:30:36.295" v="568" actId="1076"/>
          <ac:spMkLst>
            <pc:docMk/>
            <pc:sldMk cId="1985792420" sldId="256"/>
            <ac:spMk id="34" creationId="{586006E6-10D3-1A3F-7F04-E88D669B0A8B}"/>
          </ac:spMkLst>
        </pc:spChg>
        <pc:spChg chg="add mod">
          <ac:chgData name="פיראס עמרייה" userId="0d508f20-cc8b-4ac5-b221-92a0edb89462" providerId="ADAL" clId="{CAA67D15-F7ED-4164-9751-0A9DD1ED5602}" dt="2025-07-17T10:10:33.816" v="403" actId="1076"/>
          <ac:spMkLst>
            <pc:docMk/>
            <pc:sldMk cId="1985792420" sldId="256"/>
            <ac:spMk id="36" creationId="{2725BF75-07F0-DC95-3495-E3835D851CC3}"/>
          </ac:spMkLst>
        </pc:spChg>
        <pc:spChg chg="add mod">
          <ac:chgData name="פיראס עמרייה" userId="0d508f20-cc8b-4ac5-b221-92a0edb89462" providerId="ADAL" clId="{CAA67D15-F7ED-4164-9751-0A9DD1ED5602}" dt="2025-07-23T10:32:58.231" v="689" actId="14100"/>
          <ac:spMkLst>
            <pc:docMk/>
            <pc:sldMk cId="1985792420" sldId="256"/>
            <ac:spMk id="37" creationId="{099878EA-99CC-BEFF-02DA-348C367328C0}"/>
          </ac:spMkLst>
        </pc:spChg>
        <pc:spChg chg="mod">
          <ac:chgData name="פיראס עמרייה" userId="0d508f20-cc8b-4ac5-b221-92a0edb89462" providerId="ADAL" clId="{CAA67D15-F7ED-4164-9751-0A9DD1ED5602}" dt="2025-07-24T05:32:10.816" v="694" actId="339"/>
          <ac:spMkLst>
            <pc:docMk/>
            <pc:sldMk cId="1985792420" sldId="256"/>
            <ac:spMk id="38" creationId="{B4799C2F-8919-7F69-E37A-AA40B9BB865A}"/>
          </ac:spMkLst>
        </pc:spChg>
        <pc:spChg chg="add mod">
          <ac:chgData name="פיראס עמרייה" userId="0d508f20-cc8b-4ac5-b221-92a0edb89462" providerId="ADAL" clId="{CAA67D15-F7ED-4164-9751-0A9DD1ED5602}" dt="2025-07-24T05:33:19.165" v="698" actId="339"/>
          <ac:spMkLst>
            <pc:docMk/>
            <pc:sldMk cId="1985792420" sldId="256"/>
            <ac:spMk id="50" creationId="{1039945D-39CE-BDC1-2EF6-E003F0FEC923}"/>
          </ac:spMkLst>
        </pc:spChg>
        <pc:spChg chg="add mod">
          <ac:chgData name="פיראס עמרייה" userId="0d508f20-cc8b-4ac5-b221-92a0edb89462" providerId="ADAL" clId="{CAA67D15-F7ED-4164-9751-0A9DD1ED5602}" dt="2025-07-17T10:10:26.962" v="402" actId="1076"/>
          <ac:spMkLst>
            <pc:docMk/>
            <pc:sldMk cId="1985792420" sldId="256"/>
            <ac:spMk id="51" creationId="{C24DC8F9-EEC8-28A5-4E68-300766870FAB}"/>
          </ac:spMkLst>
        </pc:spChg>
        <pc:spChg chg="add mod">
          <ac:chgData name="פיראס עמרייה" userId="0d508f20-cc8b-4ac5-b221-92a0edb89462" providerId="ADAL" clId="{CAA67D15-F7ED-4164-9751-0A9DD1ED5602}" dt="2025-07-23T10:32:29.807" v="652" actId="1076"/>
          <ac:spMkLst>
            <pc:docMk/>
            <pc:sldMk cId="1985792420" sldId="256"/>
            <ac:spMk id="56" creationId="{CCAECA50-93C9-1B7E-CA0C-50CBB1D0905E}"/>
          </ac:spMkLst>
        </pc:spChg>
        <pc:picChg chg="del">
          <ac:chgData name="פיראס עמרייה" userId="0d508f20-cc8b-4ac5-b221-92a0edb89462" providerId="ADAL" clId="{CAA67D15-F7ED-4164-9751-0A9DD1ED5602}" dt="2025-07-23T10:27:27.274" v="530" actId="478"/>
          <ac:picMkLst>
            <pc:docMk/>
            <pc:sldMk cId="1985792420" sldId="256"/>
            <ac:picMk id="7" creationId="{45A254F9-6486-E589-6169-61479F87806B}"/>
          </ac:picMkLst>
        </pc:picChg>
        <pc:picChg chg="mod">
          <ac:chgData name="פיראס עמרייה" userId="0d508f20-cc8b-4ac5-b221-92a0edb89462" providerId="ADAL" clId="{CAA67D15-F7ED-4164-9751-0A9DD1ED5602}" dt="2025-07-23T10:30:00.270" v="556" actId="14100"/>
          <ac:picMkLst>
            <pc:docMk/>
            <pc:sldMk cId="1985792420" sldId="256"/>
            <ac:picMk id="8" creationId="{4B566FDE-1D7E-AAC2-2A4D-8B6019AFDFA1}"/>
          </ac:picMkLst>
        </pc:picChg>
        <pc:picChg chg="mod">
          <ac:chgData name="פיראס עמרייה" userId="0d508f20-cc8b-4ac5-b221-92a0edb89462" providerId="ADAL" clId="{CAA67D15-F7ED-4164-9751-0A9DD1ED5602}" dt="2025-07-23T10:30:33.265" v="567" actId="14100"/>
          <ac:picMkLst>
            <pc:docMk/>
            <pc:sldMk cId="1985792420" sldId="256"/>
            <ac:picMk id="9" creationId="{29C7C8E7-CCE4-0382-4C70-1C2A5D1D07DD}"/>
          </ac:picMkLst>
        </pc:picChg>
        <pc:picChg chg="add mod">
          <ac:chgData name="פיראס עמרייה" userId="0d508f20-cc8b-4ac5-b221-92a0edb89462" providerId="ADAL" clId="{CAA67D15-F7ED-4164-9751-0A9DD1ED5602}" dt="2025-07-24T05:34:15.813" v="711" actId="1076"/>
          <ac:picMkLst>
            <pc:docMk/>
            <pc:sldMk cId="1985792420" sldId="256"/>
            <ac:picMk id="10" creationId="{66712AE9-1749-587D-F908-DAD231D143E1}"/>
          </ac:picMkLst>
        </pc:picChg>
        <pc:picChg chg="del">
          <ac:chgData name="פיראס עמרייה" userId="0d508f20-cc8b-4ac5-b221-92a0edb89462" providerId="ADAL" clId="{CAA67D15-F7ED-4164-9751-0A9DD1ED5602}" dt="2025-07-23T10:25:52.055" v="525" actId="478"/>
          <ac:picMkLst>
            <pc:docMk/>
            <pc:sldMk cId="1985792420" sldId="256"/>
            <ac:picMk id="10" creationId="{6CD7690F-1A28-27A7-2090-C4F5156010B9}"/>
          </ac:picMkLst>
        </pc:picChg>
        <pc:picChg chg="add mod">
          <ac:chgData name="פיראס עמרייה" userId="0d508f20-cc8b-4ac5-b221-92a0edb89462" providerId="ADAL" clId="{CAA67D15-F7ED-4164-9751-0A9DD1ED5602}" dt="2025-07-23T10:32:24.802" v="650" actId="1076"/>
          <ac:picMkLst>
            <pc:docMk/>
            <pc:sldMk cId="1985792420" sldId="256"/>
            <ac:picMk id="12" creationId="{7A45E1CE-C597-BF5D-8311-1DC5674F7D8C}"/>
          </ac:picMkLst>
        </pc:picChg>
        <pc:picChg chg="add mod">
          <ac:chgData name="פיראס עמרייה" userId="0d508f20-cc8b-4ac5-b221-92a0edb89462" providerId="ADAL" clId="{CAA67D15-F7ED-4164-9751-0A9DD1ED5602}" dt="2025-07-24T05:34:49.951" v="722" actId="14100"/>
          <ac:picMkLst>
            <pc:docMk/>
            <pc:sldMk cId="1985792420" sldId="256"/>
            <ac:picMk id="15" creationId="{E4B395C3-EC5C-71EB-2E94-6277D0E47AB3}"/>
          </ac:picMkLst>
        </pc:picChg>
        <pc:picChg chg="add mod">
          <ac:chgData name="פיראס עמרייה" userId="0d508f20-cc8b-4ac5-b221-92a0edb89462" providerId="ADAL" clId="{CAA67D15-F7ED-4164-9751-0A9DD1ED5602}" dt="2025-07-23T10:32:27.089" v="651" actId="14100"/>
          <ac:picMkLst>
            <pc:docMk/>
            <pc:sldMk cId="1985792420" sldId="256"/>
            <ac:picMk id="16" creationId="{B9FA6D8E-A1B6-3BA9-BC97-8548D4667F85}"/>
          </ac:picMkLst>
        </pc:picChg>
        <pc:picChg chg="add mod">
          <ac:chgData name="פיראס עמרייה" userId="0d508f20-cc8b-4ac5-b221-92a0edb89462" providerId="ADAL" clId="{CAA67D15-F7ED-4164-9751-0A9DD1ED5602}" dt="2025-07-17T10:10:33.816" v="403" actId="1076"/>
          <ac:picMkLst>
            <pc:docMk/>
            <pc:sldMk cId="1985792420" sldId="256"/>
            <ac:picMk id="17" creationId="{2250E841-003A-8A3D-9742-04302B80B699}"/>
          </ac:picMkLst>
        </pc:picChg>
        <pc:picChg chg="add mod">
          <ac:chgData name="פיראס עמרייה" userId="0d508f20-cc8b-4ac5-b221-92a0edb89462" providerId="ADAL" clId="{CAA67D15-F7ED-4164-9751-0A9DD1ED5602}" dt="2025-07-17T10:10:33.816" v="403" actId="1076"/>
          <ac:picMkLst>
            <pc:docMk/>
            <pc:sldMk cId="1985792420" sldId="256"/>
            <ac:picMk id="21" creationId="{0ED89A1A-136F-9246-BA6E-952573027404}"/>
          </ac:picMkLst>
        </pc:picChg>
        <pc:picChg chg="add mod">
          <ac:chgData name="פיראס עמרייה" userId="0d508f20-cc8b-4ac5-b221-92a0edb89462" providerId="ADAL" clId="{CAA67D15-F7ED-4164-9751-0A9DD1ED5602}" dt="2025-07-23T10:32:31.600" v="653" actId="14100"/>
          <ac:picMkLst>
            <pc:docMk/>
            <pc:sldMk cId="1985792420" sldId="256"/>
            <ac:picMk id="25" creationId="{AD5FDC45-E1CA-61F9-C6DB-8F6364AEEA5F}"/>
          </ac:picMkLst>
        </pc:picChg>
        <pc:picChg chg="add mod">
          <ac:chgData name="פיראס עמרייה" userId="0d508f20-cc8b-4ac5-b221-92a0edb89462" providerId="ADAL" clId="{CAA67D15-F7ED-4164-9751-0A9DD1ED5602}" dt="2025-07-24T05:34:46.115" v="720" actId="1076"/>
          <ac:picMkLst>
            <pc:docMk/>
            <pc:sldMk cId="1985792420" sldId="256"/>
            <ac:picMk id="26" creationId="{36C9AF7C-F85C-0A69-24B7-8BABCFEA00ED}"/>
          </ac:picMkLst>
        </pc:picChg>
        <pc:picChg chg="add mod">
          <ac:chgData name="פיראס עמרייה" userId="0d508f20-cc8b-4ac5-b221-92a0edb89462" providerId="ADAL" clId="{CAA67D15-F7ED-4164-9751-0A9DD1ED5602}" dt="2025-07-23T10:31:15.643" v="585" actId="1076"/>
          <ac:picMkLst>
            <pc:docMk/>
            <pc:sldMk cId="1985792420" sldId="256"/>
            <ac:picMk id="27" creationId="{1774C068-D37E-F756-EE08-3693F8E45E09}"/>
          </ac:picMkLst>
        </pc:picChg>
        <pc:picChg chg="add mod">
          <ac:chgData name="פיראס עמרייה" userId="0d508f20-cc8b-4ac5-b221-92a0edb89462" providerId="ADAL" clId="{CAA67D15-F7ED-4164-9751-0A9DD1ED5602}" dt="2025-07-17T10:10:33.816" v="403" actId="1076"/>
          <ac:picMkLst>
            <pc:docMk/>
            <pc:sldMk cId="1985792420" sldId="256"/>
            <ac:picMk id="28" creationId="{50EB21B6-FF8E-E69A-844A-64708C72420D}"/>
          </ac:picMkLst>
        </pc:picChg>
        <pc:picChg chg="add mod">
          <ac:chgData name="פיראס עמרייה" userId="0d508f20-cc8b-4ac5-b221-92a0edb89462" providerId="ADAL" clId="{CAA67D15-F7ED-4164-9751-0A9DD1ED5602}" dt="2025-07-17T10:10:33.816" v="403" actId="1076"/>
          <ac:picMkLst>
            <pc:docMk/>
            <pc:sldMk cId="1985792420" sldId="256"/>
            <ac:picMk id="30" creationId="{D7EFAE84-9B88-ED25-614E-FDCD0B399712}"/>
          </ac:picMkLst>
        </pc:picChg>
        <pc:picChg chg="add mod">
          <ac:chgData name="פיראס עמרייה" userId="0d508f20-cc8b-4ac5-b221-92a0edb89462" providerId="ADAL" clId="{CAA67D15-F7ED-4164-9751-0A9DD1ED5602}" dt="2025-07-23T10:31:00.893" v="581" actId="1076"/>
          <ac:picMkLst>
            <pc:docMk/>
            <pc:sldMk cId="1985792420" sldId="256"/>
            <ac:picMk id="31" creationId="{5E70DB92-94D6-8E6D-18F1-9B00A8549022}"/>
          </ac:picMkLst>
        </pc:picChg>
        <pc:picChg chg="add del mod">
          <ac:chgData name="פיראס עמרייה" userId="0d508f20-cc8b-4ac5-b221-92a0edb89462" providerId="ADAL" clId="{CAA67D15-F7ED-4164-9751-0A9DD1ED5602}" dt="2025-07-24T05:35:35.629" v="730" actId="478"/>
          <ac:picMkLst>
            <pc:docMk/>
            <pc:sldMk cId="1985792420" sldId="256"/>
            <ac:picMk id="32" creationId="{B501B1D3-1745-48CC-4DB4-51B784E3DB7A}"/>
          </ac:picMkLst>
        </pc:picChg>
        <pc:picChg chg="add mod">
          <ac:chgData name="פיראס עמרייה" userId="0d508f20-cc8b-4ac5-b221-92a0edb89462" providerId="ADAL" clId="{CAA67D15-F7ED-4164-9751-0A9DD1ED5602}" dt="2025-07-23T10:31:27.946" v="588" actId="1076"/>
          <ac:picMkLst>
            <pc:docMk/>
            <pc:sldMk cId="1985792420" sldId="256"/>
            <ac:picMk id="35" creationId="{F66E7157-B11D-3E52-19C8-7907030A16C3}"/>
          </ac:picMkLst>
        </pc:picChg>
        <pc:picChg chg="add mod">
          <ac:chgData name="פיראס עמרייה" userId="0d508f20-cc8b-4ac5-b221-92a0edb89462" providerId="ADAL" clId="{CAA67D15-F7ED-4164-9751-0A9DD1ED5602}" dt="2025-07-24T05:35:45.051" v="738" actId="1076"/>
          <ac:picMkLst>
            <pc:docMk/>
            <pc:sldMk cId="1985792420" sldId="256"/>
            <ac:picMk id="40" creationId="{4B2AFB3B-2D32-1E5F-5FA3-3FBC12693AC2}"/>
          </ac:picMkLst>
        </pc:picChg>
        <pc:picChg chg="add mod">
          <ac:chgData name="פיראס עמרייה" userId="0d508f20-cc8b-4ac5-b221-92a0edb89462" providerId="ADAL" clId="{CAA67D15-F7ED-4164-9751-0A9DD1ED5602}" dt="2025-07-17T10:10:26.962" v="402" actId="1076"/>
          <ac:picMkLst>
            <pc:docMk/>
            <pc:sldMk cId="1985792420" sldId="256"/>
            <ac:picMk id="52" creationId="{26D77A2C-A6F9-ED6D-A67F-E4D84386E8CC}"/>
          </ac:picMkLst>
        </pc:picChg>
        <pc:picChg chg="add mod">
          <ac:chgData name="פיראס עמרייה" userId="0d508f20-cc8b-4ac5-b221-92a0edb89462" providerId="ADAL" clId="{CAA67D15-F7ED-4164-9751-0A9DD1ED5602}" dt="2025-07-17T10:10:26.962" v="402" actId="1076"/>
          <ac:picMkLst>
            <pc:docMk/>
            <pc:sldMk cId="1985792420" sldId="256"/>
            <ac:picMk id="53" creationId="{C9063F3A-45D1-9AC8-86DB-3A6AC5CF9143}"/>
          </ac:picMkLst>
        </pc:picChg>
        <pc:picChg chg="add mod">
          <ac:chgData name="פיראס עמרייה" userId="0d508f20-cc8b-4ac5-b221-92a0edb89462" providerId="ADAL" clId="{CAA67D15-F7ED-4164-9751-0A9DD1ED5602}" dt="2025-07-17T10:10:26.962" v="402" actId="1076"/>
          <ac:picMkLst>
            <pc:docMk/>
            <pc:sldMk cId="1985792420" sldId="256"/>
            <ac:picMk id="54" creationId="{032AE4FC-0135-7A4B-C449-97705ECE6AC8}"/>
          </ac:picMkLst>
        </pc:picChg>
        <pc:picChg chg="add mod">
          <ac:chgData name="פיראס עמרייה" userId="0d508f20-cc8b-4ac5-b221-92a0edb89462" providerId="ADAL" clId="{CAA67D15-F7ED-4164-9751-0A9DD1ED5602}" dt="2025-07-17T10:10:26.962" v="402" actId="1076"/>
          <ac:picMkLst>
            <pc:docMk/>
            <pc:sldMk cId="1985792420" sldId="256"/>
            <ac:picMk id="55" creationId="{E3152C81-02B5-AB3A-A842-E7986AC5C1F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17143-B693-4881-BBD0-F217464B58F7}" type="datetimeFigureOut">
              <a:rPr lang="en-IL" smtClean="0"/>
              <a:t>24/07/2025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D9DBB9-F60C-4507-9C94-2FF002B1102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58946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D9DBB9-F60C-4507-9C94-2FF002B1102B}" type="slidenum">
              <a:rPr lang="en-IL" smtClean="0"/>
              <a:t>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7092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C0C53-B1E5-366F-4687-31EFDAFA15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84402" y="7005156"/>
            <a:ext cx="22706410" cy="14902051"/>
          </a:xfrm>
        </p:spPr>
        <p:txBody>
          <a:bodyPr anchor="b"/>
          <a:lstStyle>
            <a:lvl1pPr algn="ctr">
              <a:defRPr sz="14899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EA5F3A-3857-3FF1-B001-F4B0C64138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5960"/>
            </a:lvl1pPr>
            <a:lvl2pPr marL="1135319" indent="0" algn="ctr">
              <a:buNone/>
              <a:defRPr sz="4966"/>
            </a:lvl2pPr>
            <a:lvl3pPr marL="2270638" indent="0" algn="ctr">
              <a:buNone/>
              <a:defRPr sz="4470"/>
            </a:lvl3pPr>
            <a:lvl4pPr marL="3405957" indent="0" algn="ctr">
              <a:buNone/>
              <a:defRPr sz="3973"/>
            </a:lvl4pPr>
            <a:lvl5pPr marL="4541276" indent="0" algn="ctr">
              <a:buNone/>
              <a:defRPr sz="3973"/>
            </a:lvl5pPr>
            <a:lvl6pPr marL="5676595" indent="0" algn="ctr">
              <a:buNone/>
              <a:defRPr sz="3973"/>
            </a:lvl6pPr>
            <a:lvl7pPr marL="6811914" indent="0" algn="ctr">
              <a:buNone/>
              <a:defRPr sz="3973"/>
            </a:lvl7pPr>
            <a:lvl8pPr marL="7947233" indent="0" algn="ctr">
              <a:buNone/>
              <a:defRPr sz="3973"/>
            </a:lvl8pPr>
            <a:lvl9pPr marL="9082552" indent="0" algn="ctr">
              <a:buNone/>
              <a:defRPr sz="3973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7BA1D6-31C2-3BBD-CE2F-B989F1B91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3D35A-43AC-430E-A590-6D93B184633A}" type="datetimeFigureOut">
              <a:rPr lang="en-GB" smtClean="0"/>
              <a:t>24/07/2025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7F7708-B711-DBAD-C59B-F0F2D1E86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F9ADD6-DE22-1494-CB01-F871AB9E6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EDB4F-3FC8-41AA-BCF0-36103E3A1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3510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CD9D7-BFD9-82E0-37F1-81AF64EA0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A3239-75C5-7F10-2499-C45C158D5D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6BA4A-A291-D8BA-8065-20C46B8F6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3D35A-43AC-430E-A590-6D93B184633A}" type="datetimeFigureOut">
              <a:rPr lang="en-GB" smtClean="0"/>
              <a:t>24/07/2025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53B7E-D316-F96D-3CD1-78007E370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D24BC9-9939-38AA-23BF-268DF88B1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EDB4F-3FC8-41AA-BCF0-36103E3A1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1989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D4CEE-52F5-CAEF-2B18-4C22E454E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5653" y="10671222"/>
            <a:ext cx="26112371" cy="17805173"/>
          </a:xfrm>
        </p:spPr>
        <p:txBody>
          <a:bodyPr anchor="b"/>
          <a:lstStyle>
            <a:lvl1pPr>
              <a:defRPr sz="14899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9B0F7C-29DC-39E0-0C56-6E2D2C1C80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65653" y="28644839"/>
            <a:ext cx="26112371" cy="9363320"/>
          </a:xfrm>
        </p:spPr>
        <p:txBody>
          <a:bodyPr/>
          <a:lstStyle>
            <a:lvl1pPr marL="0" indent="0">
              <a:buNone/>
              <a:defRPr sz="5960">
                <a:solidFill>
                  <a:schemeClr val="tx1">
                    <a:tint val="82000"/>
                  </a:schemeClr>
                </a:solidFill>
              </a:defRPr>
            </a:lvl1pPr>
            <a:lvl2pPr marL="1135319" indent="0">
              <a:buNone/>
              <a:defRPr sz="4966">
                <a:solidFill>
                  <a:schemeClr val="tx1">
                    <a:tint val="82000"/>
                  </a:schemeClr>
                </a:solidFill>
              </a:defRPr>
            </a:lvl2pPr>
            <a:lvl3pPr marL="2270638" indent="0">
              <a:buNone/>
              <a:defRPr sz="4470">
                <a:solidFill>
                  <a:schemeClr val="tx1">
                    <a:tint val="82000"/>
                  </a:schemeClr>
                </a:solidFill>
              </a:defRPr>
            </a:lvl3pPr>
            <a:lvl4pPr marL="3405957" indent="0">
              <a:buNone/>
              <a:defRPr sz="3973">
                <a:solidFill>
                  <a:schemeClr val="tx1">
                    <a:tint val="82000"/>
                  </a:schemeClr>
                </a:solidFill>
              </a:defRPr>
            </a:lvl4pPr>
            <a:lvl5pPr marL="4541276" indent="0">
              <a:buNone/>
              <a:defRPr sz="3973">
                <a:solidFill>
                  <a:schemeClr val="tx1">
                    <a:tint val="82000"/>
                  </a:schemeClr>
                </a:solidFill>
              </a:defRPr>
            </a:lvl5pPr>
            <a:lvl6pPr marL="5676595" indent="0">
              <a:buNone/>
              <a:defRPr sz="3973">
                <a:solidFill>
                  <a:schemeClr val="tx1">
                    <a:tint val="82000"/>
                  </a:schemeClr>
                </a:solidFill>
              </a:defRPr>
            </a:lvl6pPr>
            <a:lvl7pPr marL="6811914" indent="0">
              <a:buNone/>
              <a:defRPr sz="3973">
                <a:solidFill>
                  <a:schemeClr val="tx1">
                    <a:tint val="82000"/>
                  </a:schemeClr>
                </a:solidFill>
              </a:defRPr>
            </a:lvl7pPr>
            <a:lvl8pPr marL="7947233" indent="0">
              <a:buNone/>
              <a:defRPr sz="3973">
                <a:solidFill>
                  <a:schemeClr val="tx1">
                    <a:tint val="82000"/>
                  </a:schemeClr>
                </a:solidFill>
              </a:defRPr>
            </a:lvl8pPr>
            <a:lvl9pPr marL="9082552" indent="0">
              <a:buNone/>
              <a:defRPr sz="397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1BEB4F-957B-E8D8-BB5B-2768F5802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3D35A-43AC-430E-A590-6D93B184633A}" type="datetimeFigureOut">
              <a:rPr lang="en-GB" smtClean="0"/>
              <a:t>24/07/2025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ACD98D-21B3-75FA-3865-9B007DB2B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38541-7B21-54E4-2E45-CC0286E20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EDB4F-3FC8-41AA-BCF0-36103E3A1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6663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242B0-F312-9D9A-81ED-7B9B1C085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43976-9BBC-140D-AB77-27A79E744C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CBF00B-5D17-E2D3-52CA-55B8AA73D6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0A3129-0F60-F310-B7A2-E3D7781EC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3D35A-43AC-430E-A590-6D93B184633A}" type="datetimeFigureOut">
              <a:rPr lang="en-GB" smtClean="0"/>
              <a:t>24/07/2025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23F5A0-766A-1975-65CC-A458F4F9A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74A21-6600-8DE1-3EAA-150DF9924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EDB4F-3FC8-41AA-BCF0-36103E3A1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0310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6E998-8D6D-D159-64AD-F5AEBEB2E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364" y="2278907"/>
            <a:ext cx="26112371" cy="82734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BEF0D4-7203-C0A6-ECE5-E849DBE829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85365" y="10492870"/>
            <a:ext cx="12807833" cy="5142393"/>
          </a:xfrm>
        </p:spPr>
        <p:txBody>
          <a:bodyPr anchor="b"/>
          <a:lstStyle>
            <a:lvl1pPr marL="0" indent="0">
              <a:buNone/>
              <a:defRPr sz="5960" b="1"/>
            </a:lvl1pPr>
            <a:lvl2pPr marL="1135319" indent="0">
              <a:buNone/>
              <a:defRPr sz="4966" b="1"/>
            </a:lvl2pPr>
            <a:lvl3pPr marL="2270638" indent="0">
              <a:buNone/>
              <a:defRPr sz="4470" b="1"/>
            </a:lvl3pPr>
            <a:lvl4pPr marL="3405957" indent="0">
              <a:buNone/>
              <a:defRPr sz="3973" b="1"/>
            </a:lvl4pPr>
            <a:lvl5pPr marL="4541276" indent="0">
              <a:buNone/>
              <a:defRPr sz="3973" b="1"/>
            </a:lvl5pPr>
            <a:lvl6pPr marL="5676595" indent="0">
              <a:buNone/>
              <a:defRPr sz="3973" b="1"/>
            </a:lvl6pPr>
            <a:lvl7pPr marL="6811914" indent="0">
              <a:buNone/>
              <a:defRPr sz="3973" b="1"/>
            </a:lvl7pPr>
            <a:lvl8pPr marL="7947233" indent="0">
              <a:buNone/>
              <a:defRPr sz="3973" b="1"/>
            </a:lvl8pPr>
            <a:lvl9pPr marL="9082552" indent="0">
              <a:buNone/>
              <a:defRPr sz="397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AE7679-AEBD-F99D-0160-51B7DE0F7D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85365" y="15635264"/>
            <a:ext cx="12807833" cy="22997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CBFE95-0094-61B7-F428-50C813F6C5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5326827" y="10492870"/>
            <a:ext cx="12870909" cy="5142393"/>
          </a:xfrm>
        </p:spPr>
        <p:txBody>
          <a:bodyPr anchor="b"/>
          <a:lstStyle>
            <a:lvl1pPr marL="0" indent="0">
              <a:buNone/>
              <a:defRPr sz="5960" b="1"/>
            </a:lvl1pPr>
            <a:lvl2pPr marL="1135319" indent="0">
              <a:buNone/>
              <a:defRPr sz="4966" b="1"/>
            </a:lvl2pPr>
            <a:lvl3pPr marL="2270638" indent="0">
              <a:buNone/>
              <a:defRPr sz="4470" b="1"/>
            </a:lvl3pPr>
            <a:lvl4pPr marL="3405957" indent="0">
              <a:buNone/>
              <a:defRPr sz="3973" b="1"/>
            </a:lvl4pPr>
            <a:lvl5pPr marL="4541276" indent="0">
              <a:buNone/>
              <a:defRPr sz="3973" b="1"/>
            </a:lvl5pPr>
            <a:lvl6pPr marL="5676595" indent="0">
              <a:buNone/>
              <a:defRPr sz="3973" b="1"/>
            </a:lvl6pPr>
            <a:lvl7pPr marL="6811914" indent="0">
              <a:buNone/>
              <a:defRPr sz="3973" b="1"/>
            </a:lvl7pPr>
            <a:lvl8pPr marL="7947233" indent="0">
              <a:buNone/>
              <a:defRPr sz="3973" b="1"/>
            </a:lvl8pPr>
            <a:lvl9pPr marL="9082552" indent="0">
              <a:buNone/>
              <a:defRPr sz="397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9B7DC5-AD68-1109-3440-8CB4BCA262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5326827" y="15635264"/>
            <a:ext cx="12870909" cy="22997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16063B-CC60-0438-3E49-086FDB37D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3D35A-43AC-430E-A590-6D93B184633A}" type="datetimeFigureOut">
              <a:rPr lang="en-GB" smtClean="0"/>
              <a:t>24/07/2025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EE4333-6359-1203-7783-293549BF6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CA7182-B0EA-C04F-78F5-D8814B4F0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EDB4F-3FC8-41AA-BCF0-36103E3A1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3578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9B72A-32B3-0CB6-3265-4EAF59CC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994143-A24A-6874-94D7-61C9E9E2C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3D35A-43AC-430E-A590-6D93B184633A}" type="datetimeFigureOut">
              <a:rPr lang="en-GB" smtClean="0"/>
              <a:t>24/07/2025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5B8DD1-03B4-A854-652C-7C42582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783A7C-5F8B-136F-15FA-9B441FCB6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EDB4F-3FC8-41AA-BCF0-36103E3A1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411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109350-A54B-6958-64B6-BF0B35980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3D35A-43AC-430E-A590-6D93B184633A}" type="datetimeFigureOut">
              <a:rPr lang="en-GB" smtClean="0"/>
              <a:t>24/07/2025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9333A9-A457-6881-8A84-763F4E6AB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803B42-61AB-463F-7675-61267712E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EDB4F-3FC8-41AA-BCF0-36103E3A1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6523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E22A0-F7F3-2E2E-5D98-86AA64DBD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366" y="2853584"/>
            <a:ext cx="9764543" cy="9987545"/>
          </a:xfrm>
        </p:spPr>
        <p:txBody>
          <a:bodyPr anchor="b"/>
          <a:lstStyle>
            <a:lvl1pPr>
              <a:defRPr sz="7946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5807A-3022-DDE4-2F64-07E0C88E1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70909" y="6162952"/>
            <a:ext cx="15326827" cy="30418415"/>
          </a:xfrm>
        </p:spPr>
        <p:txBody>
          <a:bodyPr/>
          <a:lstStyle>
            <a:lvl1pPr>
              <a:defRPr sz="7946"/>
            </a:lvl1pPr>
            <a:lvl2pPr>
              <a:defRPr sz="6953"/>
            </a:lvl2pPr>
            <a:lvl3pPr>
              <a:defRPr sz="5960"/>
            </a:lvl3pPr>
            <a:lvl4pPr>
              <a:defRPr sz="4966"/>
            </a:lvl4pPr>
            <a:lvl5pPr>
              <a:defRPr sz="4966"/>
            </a:lvl5pPr>
            <a:lvl6pPr>
              <a:defRPr sz="4966"/>
            </a:lvl6pPr>
            <a:lvl7pPr>
              <a:defRPr sz="4966"/>
            </a:lvl7pPr>
            <a:lvl8pPr>
              <a:defRPr sz="4966"/>
            </a:lvl8pPr>
            <a:lvl9pPr>
              <a:defRPr sz="496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E2302F-9C86-C2C2-C577-8FB03F620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85366" y="12841129"/>
            <a:ext cx="9764543" cy="23789780"/>
          </a:xfrm>
        </p:spPr>
        <p:txBody>
          <a:bodyPr/>
          <a:lstStyle>
            <a:lvl1pPr marL="0" indent="0">
              <a:buNone/>
              <a:defRPr sz="3973"/>
            </a:lvl1pPr>
            <a:lvl2pPr marL="1135319" indent="0">
              <a:buNone/>
              <a:defRPr sz="3476"/>
            </a:lvl2pPr>
            <a:lvl3pPr marL="2270638" indent="0">
              <a:buNone/>
              <a:defRPr sz="2980"/>
            </a:lvl3pPr>
            <a:lvl4pPr marL="3405957" indent="0">
              <a:buNone/>
              <a:defRPr sz="2483"/>
            </a:lvl4pPr>
            <a:lvl5pPr marL="4541276" indent="0">
              <a:buNone/>
              <a:defRPr sz="2483"/>
            </a:lvl5pPr>
            <a:lvl6pPr marL="5676595" indent="0">
              <a:buNone/>
              <a:defRPr sz="2483"/>
            </a:lvl6pPr>
            <a:lvl7pPr marL="6811914" indent="0">
              <a:buNone/>
              <a:defRPr sz="2483"/>
            </a:lvl7pPr>
            <a:lvl8pPr marL="7947233" indent="0">
              <a:buNone/>
              <a:defRPr sz="2483"/>
            </a:lvl8pPr>
            <a:lvl9pPr marL="9082552" indent="0">
              <a:buNone/>
              <a:defRPr sz="248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9DA698-1491-DDFA-0ADF-ED88BE3F7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3D35A-43AC-430E-A590-6D93B184633A}" type="datetimeFigureOut">
              <a:rPr lang="en-GB" smtClean="0"/>
              <a:t>24/07/2025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B189CC-72A6-45A7-8ABF-09DB54428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265893-8E50-9873-C201-5650E1CB8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EDB4F-3FC8-41AA-BCF0-36103E3A1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6328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CBE93-2B12-7BD7-F3ED-1D2807E57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366" y="2853584"/>
            <a:ext cx="9764543" cy="9987545"/>
          </a:xfrm>
        </p:spPr>
        <p:txBody>
          <a:bodyPr anchor="b"/>
          <a:lstStyle>
            <a:lvl1pPr>
              <a:defRPr sz="7946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5C48DA-2391-2F08-0C37-D0C5569605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2870909" y="6162952"/>
            <a:ext cx="15326827" cy="30418415"/>
          </a:xfrm>
        </p:spPr>
        <p:txBody>
          <a:bodyPr/>
          <a:lstStyle>
            <a:lvl1pPr marL="0" indent="0">
              <a:buNone/>
              <a:defRPr sz="7946"/>
            </a:lvl1pPr>
            <a:lvl2pPr marL="1135319" indent="0">
              <a:buNone/>
              <a:defRPr sz="6953"/>
            </a:lvl2pPr>
            <a:lvl3pPr marL="2270638" indent="0">
              <a:buNone/>
              <a:defRPr sz="5960"/>
            </a:lvl3pPr>
            <a:lvl4pPr marL="3405957" indent="0">
              <a:buNone/>
              <a:defRPr sz="4966"/>
            </a:lvl4pPr>
            <a:lvl5pPr marL="4541276" indent="0">
              <a:buNone/>
              <a:defRPr sz="4966"/>
            </a:lvl5pPr>
            <a:lvl6pPr marL="5676595" indent="0">
              <a:buNone/>
              <a:defRPr sz="4966"/>
            </a:lvl6pPr>
            <a:lvl7pPr marL="6811914" indent="0">
              <a:buNone/>
              <a:defRPr sz="4966"/>
            </a:lvl7pPr>
            <a:lvl8pPr marL="7947233" indent="0">
              <a:buNone/>
              <a:defRPr sz="4966"/>
            </a:lvl8pPr>
            <a:lvl9pPr marL="9082552" indent="0">
              <a:buNone/>
              <a:defRPr sz="4966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F94A1F-7834-C659-E44B-AD95D4E45E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85366" y="12841129"/>
            <a:ext cx="9764543" cy="23789780"/>
          </a:xfrm>
        </p:spPr>
        <p:txBody>
          <a:bodyPr/>
          <a:lstStyle>
            <a:lvl1pPr marL="0" indent="0">
              <a:buNone/>
              <a:defRPr sz="3973"/>
            </a:lvl1pPr>
            <a:lvl2pPr marL="1135319" indent="0">
              <a:buNone/>
              <a:defRPr sz="3476"/>
            </a:lvl2pPr>
            <a:lvl3pPr marL="2270638" indent="0">
              <a:buNone/>
              <a:defRPr sz="2980"/>
            </a:lvl3pPr>
            <a:lvl4pPr marL="3405957" indent="0">
              <a:buNone/>
              <a:defRPr sz="2483"/>
            </a:lvl4pPr>
            <a:lvl5pPr marL="4541276" indent="0">
              <a:buNone/>
              <a:defRPr sz="2483"/>
            </a:lvl5pPr>
            <a:lvl6pPr marL="5676595" indent="0">
              <a:buNone/>
              <a:defRPr sz="2483"/>
            </a:lvl6pPr>
            <a:lvl7pPr marL="6811914" indent="0">
              <a:buNone/>
              <a:defRPr sz="2483"/>
            </a:lvl7pPr>
            <a:lvl8pPr marL="7947233" indent="0">
              <a:buNone/>
              <a:defRPr sz="2483"/>
            </a:lvl8pPr>
            <a:lvl9pPr marL="9082552" indent="0">
              <a:buNone/>
              <a:defRPr sz="248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F524FE-1B4A-E0BA-30AE-2BC48F2A0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3D35A-43AC-430E-A590-6D93B184633A}" type="datetimeFigureOut">
              <a:rPr lang="en-GB" smtClean="0"/>
              <a:t>24/07/2025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D6211C-EA43-118E-AD3C-330CE2CCB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3DECDD-2336-8B92-463C-6CC663F53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EDB4F-3FC8-41AA-BCF0-36103E3A1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9384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ECF06-CC3F-A4D3-83A0-869940E38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D151A9-B750-4642-FDEE-4AE7CDA78B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542726-5615-132B-E669-ABCC0C636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3D35A-43AC-430E-A590-6D93B184633A}" type="datetimeFigureOut">
              <a:rPr lang="en-GB" smtClean="0"/>
              <a:t>24/07/2025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A776F-5A4B-75FB-F945-F41ED257F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DC236-3C3C-F17B-772D-73E364571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EDB4F-3FC8-41AA-BCF0-36103E3A1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1919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8DE50F-BCA6-6793-3FA5-EF4AEE384F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21665699" y="2278904"/>
            <a:ext cx="6528093" cy="3627421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54A721-D6E7-DCF8-E272-E02410F232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081421" y="2278904"/>
            <a:ext cx="19205838" cy="3627421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A0922-5B88-B2CF-2E99-690EB50D2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3D35A-43AC-430E-A590-6D93B184633A}" type="datetimeFigureOut">
              <a:rPr lang="en-GB" smtClean="0"/>
              <a:t>24/07/2025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6C197-B78F-B39D-C131-119706607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F0193-4AD3-4BF3-CCB1-7F46050CC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EDB4F-3FC8-41AA-BCF0-36103E3A1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5942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9BDB09-6048-0C55-9B0E-DF8E9A810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1421" y="2278907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26CBF8-C0C3-27BF-3566-9DA72B63F7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59FB40-A929-B346-BF85-2AA571FC35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081421" y="39672750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9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73D35A-43AC-430E-A590-6D93B184633A}" type="datetimeFigureOut">
              <a:rPr lang="en-GB" smtClean="0"/>
              <a:t>24/07/2025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9CABFA-E51B-2BBB-9CC9-66CB09DFC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28665" y="39672750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9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9D609-72F7-75CD-33FF-64CE3B82EC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381869" y="39672750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9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7EDB4F-3FC8-41AA-BCF0-36103E3A1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8141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2270638" rtl="0" eaLnBrk="1" latinLnBrk="0" hangingPunct="1">
        <a:lnSpc>
          <a:spcPct val="90000"/>
        </a:lnSpc>
        <a:spcBef>
          <a:spcPct val="0"/>
        </a:spcBef>
        <a:buNone/>
        <a:defRPr sz="1092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67660" indent="-567660" algn="l" defTabSz="2270638" rtl="0" eaLnBrk="1" latinLnBrk="0" hangingPunct="1">
        <a:lnSpc>
          <a:spcPct val="90000"/>
        </a:lnSpc>
        <a:spcBef>
          <a:spcPts val="2483"/>
        </a:spcBef>
        <a:buFont typeface="Arial" panose="020B0604020202020204" pitchFamily="34" charset="0"/>
        <a:buChar char="•"/>
        <a:defRPr sz="6953" kern="1200">
          <a:solidFill>
            <a:schemeClr val="tx1"/>
          </a:solidFill>
          <a:latin typeface="+mn-lt"/>
          <a:ea typeface="+mn-ea"/>
          <a:cs typeface="+mn-cs"/>
        </a:defRPr>
      </a:lvl1pPr>
      <a:lvl2pPr marL="1702979" indent="-567660" algn="l" defTabSz="2270638" rtl="0" eaLnBrk="1" latinLnBrk="0" hangingPunct="1">
        <a:lnSpc>
          <a:spcPct val="90000"/>
        </a:lnSpc>
        <a:spcBef>
          <a:spcPts val="1242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2838298" indent="-567660" algn="l" defTabSz="2270638" rtl="0" eaLnBrk="1" latinLnBrk="0" hangingPunct="1">
        <a:lnSpc>
          <a:spcPct val="90000"/>
        </a:lnSpc>
        <a:spcBef>
          <a:spcPts val="1242"/>
        </a:spcBef>
        <a:buFont typeface="Arial" panose="020B0604020202020204" pitchFamily="34" charset="0"/>
        <a:buChar char="•"/>
        <a:defRPr sz="4966" kern="1200">
          <a:solidFill>
            <a:schemeClr val="tx1"/>
          </a:solidFill>
          <a:latin typeface="+mn-lt"/>
          <a:ea typeface="+mn-ea"/>
          <a:cs typeface="+mn-cs"/>
        </a:defRPr>
      </a:lvl3pPr>
      <a:lvl4pPr marL="3973617" indent="-567660" algn="l" defTabSz="2270638" rtl="0" eaLnBrk="1" latinLnBrk="0" hangingPunct="1">
        <a:lnSpc>
          <a:spcPct val="90000"/>
        </a:lnSpc>
        <a:spcBef>
          <a:spcPts val="1242"/>
        </a:spcBef>
        <a:buFont typeface="Arial" panose="020B0604020202020204" pitchFamily="34" charset="0"/>
        <a:buChar char="•"/>
        <a:defRPr sz="4470" kern="1200">
          <a:solidFill>
            <a:schemeClr val="tx1"/>
          </a:solidFill>
          <a:latin typeface="+mn-lt"/>
          <a:ea typeface="+mn-ea"/>
          <a:cs typeface="+mn-cs"/>
        </a:defRPr>
      </a:lvl4pPr>
      <a:lvl5pPr marL="5108936" indent="-567660" algn="l" defTabSz="2270638" rtl="0" eaLnBrk="1" latinLnBrk="0" hangingPunct="1">
        <a:lnSpc>
          <a:spcPct val="90000"/>
        </a:lnSpc>
        <a:spcBef>
          <a:spcPts val="1242"/>
        </a:spcBef>
        <a:buFont typeface="Arial" panose="020B0604020202020204" pitchFamily="34" charset="0"/>
        <a:buChar char="•"/>
        <a:defRPr sz="4470" kern="1200">
          <a:solidFill>
            <a:schemeClr val="tx1"/>
          </a:solidFill>
          <a:latin typeface="+mn-lt"/>
          <a:ea typeface="+mn-ea"/>
          <a:cs typeface="+mn-cs"/>
        </a:defRPr>
      </a:lvl5pPr>
      <a:lvl6pPr marL="6244255" indent="-567660" algn="l" defTabSz="2270638" rtl="0" eaLnBrk="1" latinLnBrk="0" hangingPunct="1">
        <a:lnSpc>
          <a:spcPct val="90000"/>
        </a:lnSpc>
        <a:spcBef>
          <a:spcPts val="1242"/>
        </a:spcBef>
        <a:buFont typeface="Arial" panose="020B0604020202020204" pitchFamily="34" charset="0"/>
        <a:buChar char="•"/>
        <a:defRPr sz="4470" kern="1200">
          <a:solidFill>
            <a:schemeClr val="tx1"/>
          </a:solidFill>
          <a:latin typeface="+mn-lt"/>
          <a:ea typeface="+mn-ea"/>
          <a:cs typeface="+mn-cs"/>
        </a:defRPr>
      </a:lvl6pPr>
      <a:lvl7pPr marL="7379574" indent="-567660" algn="l" defTabSz="2270638" rtl="0" eaLnBrk="1" latinLnBrk="0" hangingPunct="1">
        <a:lnSpc>
          <a:spcPct val="90000"/>
        </a:lnSpc>
        <a:spcBef>
          <a:spcPts val="1242"/>
        </a:spcBef>
        <a:buFont typeface="Arial" panose="020B0604020202020204" pitchFamily="34" charset="0"/>
        <a:buChar char="•"/>
        <a:defRPr sz="4470" kern="1200">
          <a:solidFill>
            <a:schemeClr val="tx1"/>
          </a:solidFill>
          <a:latin typeface="+mn-lt"/>
          <a:ea typeface="+mn-ea"/>
          <a:cs typeface="+mn-cs"/>
        </a:defRPr>
      </a:lvl7pPr>
      <a:lvl8pPr marL="8514893" indent="-567660" algn="l" defTabSz="2270638" rtl="0" eaLnBrk="1" latinLnBrk="0" hangingPunct="1">
        <a:lnSpc>
          <a:spcPct val="90000"/>
        </a:lnSpc>
        <a:spcBef>
          <a:spcPts val="1242"/>
        </a:spcBef>
        <a:buFont typeface="Arial" panose="020B0604020202020204" pitchFamily="34" charset="0"/>
        <a:buChar char="•"/>
        <a:defRPr sz="4470" kern="1200">
          <a:solidFill>
            <a:schemeClr val="tx1"/>
          </a:solidFill>
          <a:latin typeface="+mn-lt"/>
          <a:ea typeface="+mn-ea"/>
          <a:cs typeface="+mn-cs"/>
        </a:defRPr>
      </a:lvl8pPr>
      <a:lvl9pPr marL="9650212" indent="-567660" algn="l" defTabSz="2270638" rtl="0" eaLnBrk="1" latinLnBrk="0" hangingPunct="1">
        <a:lnSpc>
          <a:spcPct val="90000"/>
        </a:lnSpc>
        <a:spcBef>
          <a:spcPts val="1242"/>
        </a:spcBef>
        <a:buFont typeface="Arial" panose="020B0604020202020204" pitchFamily="34" charset="0"/>
        <a:buChar char="•"/>
        <a:defRPr sz="44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2270638" rtl="0" eaLnBrk="1" latinLnBrk="0" hangingPunct="1">
        <a:defRPr sz="4470" kern="1200">
          <a:solidFill>
            <a:schemeClr val="tx1"/>
          </a:solidFill>
          <a:latin typeface="+mn-lt"/>
          <a:ea typeface="+mn-ea"/>
          <a:cs typeface="+mn-cs"/>
        </a:defRPr>
      </a:lvl1pPr>
      <a:lvl2pPr marL="1135319" algn="l" defTabSz="2270638" rtl="0" eaLnBrk="1" latinLnBrk="0" hangingPunct="1">
        <a:defRPr sz="4470" kern="1200">
          <a:solidFill>
            <a:schemeClr val="tx1"/>
          </a:solidFill>
          <a:latin typeface="+mn-lt"/>
          <a:ea typeface="+mn-ea"/>
          <a:cs typeface="+mn-cs"/>
        </a:defRPr>
      </a:lvl2pPr>
      <a:lvl3pPr marL="2270638" algn="l" defTabSz="2270638" rtl="0" eaLnBrk="1" latinLnBrk="0" hangingPunct="1">
        <a:defRPr sz="4470" kern="1200">
          <a:solidFill>
            <a:schemeClr val="tx1"/>
          </a:solidFill>
          <a:latin typeface="+mn-lt"/>
          <a:ea typeface="+mn-ea"/>
          <a:cs typeface="+mn-cs"/>
        </a:defRPr>
      </a:lvl3pPr>
      <a:lvl4pPr marL="3405957" algn="l" defTabSz="2270638" rtl="0" eaLnBrk="1" latinLnBrk="0" hangingPunct="1">
        <a:defRPr sz="4470" kern="1200">
          <a:solidFill>
            <a:schemeClr val="tx1"/>
          </a:solidFill>
          <a:latin typeface="+mn-lt"/>
          <a:ea typeface="+mn-ea"/>
          <a:cs typeface="+mn-cs"/>
        </a:defRPr>
      </a:lvl4pPr>
      <a:lvl5pPr marL="4541276" algn="l" defTabSz="2270638" rtl="0" eaLnBrk="1" latinLnBrk="0" hangingPunct="1">
        <a:defRPr sz="4470" kern="1200">
          <a:solidFill>
            <a:schemeClr val="tx1"/>
          </a:solidFill>
          <a:latin typeface="+mn-lt"/>
          <a:ea typeface="+mn-ea"/>
          <a:cs typeface="+mn-cs"/>
        </a:defRPr>
      </a:lvl5pPr>
      <a:lvl6pPr marL="5676595" algn="l" defTabSz="2270638" rtl="0" eaLnBrk="1" latinLnBrk="0" hangingPunct="1">
        <a:defRPr sz="4470" kern="1200">
          <a:solidFill>
            <a:schemeClr val="tx1"/>
          </a:solidFill>
          <a:latin typeface="+mn-lt"/>
          <a:ea typeface="+mn-ea"/>
          <a:cs typeface="+mn-cs"/>
        </a:defRPr>
      </a:lvl6pPr>
      <a:lvl7pPr marL="6811914" algn="l" defTabSz="2270638" rtl="0" eaLnBrk="1" latinLnBrk="0" hangingPunct="1">
        <a:defRPr sz="4470" kern="1200">
          <a:solidFill>
            <a:schemeClr val="tx1"/>
          </a:solidFill>
          <a:latin typeface="+mn-lt"/>
          <a:ea typeface="+mn-ea"/>
          <a:cs typeface="+mn-cs"/>
        </a:defRPr>
      </a:lvl7pPr>
      <a:lvl8pPr marL="7947233" algn="l" defTabSz="2270638" rtl="0" eaLnBrk="1" latinLnBrk="0" hangingPunct="1">
        <a:defRPr sz="4470" kern="1200">
          <a:solidFill>
            <a:schemeClr val="tx1"/>
          </a:solidFill>
          <a:latin typeface="+mn-lt"/>
          <a:ea typeface="+mn-ea"/>
          <a:cs typeface="+mn-cs"/>
        </a:defRPr>
      </a:lvl8pPr>
      <a:lvl9pPr marL="9082552" algn="l" defTabSz="2270638" rtl="0" eaLnBrk="1" latinLnBrk="0" hangingPunct="1">
        <a:defRPr sz="44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gif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jp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1E132F92-4FEF-44DE-2EC6-B374F874B03A}"/>
              </a:ext>
            </a:extLst>
          </p:cNvPr>
          <p:cNvSpPr/>
          <p:nvPr/>
        </p:nvSpPr>
        <p:spPr>
          <a:xfrm>
            <a:off x="-22116" y="-1"/>
            <a:ext cx="30297329" cy="3363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9A978A-C750-D6C4-0EFE-CD7F3E0F8D7C}"/>
              </a:ext>
            </a:extLst>
          </p:cNvPr>
          <p:cNvSpPr/>
          <p:nvPr/>
        </p:nvSpPr>
        <p:spPr>
          <a:xfrm>
            <a:off x="162226" y="3363588"/>
            <a:ext cx="29791776" cy="3672078"/>
          </a:xfrm>
          <a:prstGeom prst="rect">
            <a:avLst/>
          </a:prstGeom>
          <a:solidFill>
            <a:srgbClr val="C0804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b="1" dirty="0">
                <a:solidFill>
                  <a:schemeClr val="bg2">
                    <a:lumMod val="10000"/>
                  </a:schemeClr>
                </a:solidFill>
                <a:effectLst/>
                <a:latin typeface="David" panose="020E0502060401010101" pitchFamily="34" charset="-79"/>
                <a:ea typeface="Calibri" panose="020F0502020204030204" pitchFamily="34" charset="0"/>
              </a:rPr>
              <a:t>A Game-Based Platform for Learning Classical Cryptography</a:t>
            </a:r>
          </a:p>
          <a:p>
            <a:pPr algn="ctr"/>
            <a:r>
              <a:rPr lang="en-US" sz="6000" b="1" dirty="0">
                <a:solidFill>
                  <a:schemeClr val="bg2">
                    <a:lumMod val="10000"/>
                  </a:schemeClr>
                </a:solidFill>
                <a:latin typeface="David" panose="020E0502060401010101" pitchFamily="34" charset="-79"/>
                <a:ea typeface="Calibri" panose="020F0502020204030204" pitchFamily="34" charset="0"/>
              </a:rPr>
              <a:t>Abed </a:t>
            </a:r>
            <a:r>
              <a:rPr lang="en-US" sz="6000" b="1" dirty="0" err="1">
                <a:solidFill>
                  <a:schemeClr val="bg2">
                    <a:lumMod val="10000"/>
                  </a:schemeClr>
                </a:solidFill>
                <a:latin typeface="David" panose="020E0502060401010101" pitchFamily="34" charset="-79"/>
                <a:ea typeface="Calibri" panose="020F0502020204030204" pitchFamily="34" charset="0"/>
              </a:rPr>
              <a:t>Ellateef</a:t>
            </a:r>
            <a:r>
              <a:rPr lang="en-US" sz="6000" b="1" dirty="0">
                <a:solidFill>
                  <a:schemeClr val="bg2">
                    <a:lumMod val="10000"/>
                  </a:schemeClr>
                </a:solidFill>
                <a:latin typeface="David" panose="020E0502060401010101" pitchFamily="34" charset="-79"/>
                <a:ea typeface="Calibri" panose="020F0502020204030204" pitchFamily="34" charset="0"/>
              </a:rPr>
              <a:t> Zoabi, Firas Amaria</a:t>
            </a:r>
          </a:p>
          <a:p>
            <a:pPr algn="ctr"/>
            <a:r>
              <a:rPr lang="en-US" sz="6000" b="1" dirty="0">
                <a:solidFill>
                  <a:schemeClr val="bg2">
                    <a:lumMod val="10000"/>
                  </a:schemeClr>
                </a:solidFill>
                <a:latin typeface="David" panose="020E0502060401010101" pitchFamily="34" charset="-79"/>
                <a:ea typeface="Calibri" panose="020F0502020204030204" pitchFamily="34" charset="0"/>
              </a:rPr>
              <a:t>Advisor : PhD. </a:t>
            </a:r>
            <a:r>
              <a:rPr lang="en-US" sz="6000" b="1" dirty="0" err="1">
                <a:solidFill>
                  <a:schemeClr val="bg2">
                    <a:lumMod val="10000"/>
                  </a:schemeClr>
                </a:solidFill>
                <a:latin typeface="David" panose="020E0502060401010101" pitchFamily="34" charset="-79"/>
                <a:ea typeface="Calibri" panose="020F0502020204030204" pitchFamily="34" charset="0"/>
              </a:rPr>
              <a:t>Sulamy</a:t>
            </a:r>
            <a:r>
              <a:rPr lang="en-US" sz="6000" b="1" dirty="0">
                <a:solidFill>
                  <a:schemeClr val="bg2">
                    <a:lumMod val="10000"/>
                  </a:schemeClr>
                </a:solidFill>
                <a:latin typeface="David" panose="020E0502060401010101" pitchFamily="34" charset="-79"/>
                <a:ea typeface="Calibri" panose="020F0502020204030204" pitchFamily="34" charset="0"/>
              </a:rPr>
              <a:t> Moshe</a:t>
            </a:r>
            <a:endParaRPr lang="en-GB" sz="13800" b="1" dirty="0">
              <a:solidFill>
                <a:schemeClr val="bg2">
                  <a:lumMod val="10000"/>
                </a:schemeClr>
              </a:solidFill>
            </a:endParaRPr>
          </a:p>
          <a:p>
            <a:pPr algn="ctr"/>
            <a:endParaRPr lang="en-GB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8C388D-D017-1F2D-ADDD-9FDF3346E53A}"/>
              </a:ext>
            </a:extLst>
          </p:cNvPr>
          <p:cNvSpPr/>
          <p:nvPr/>
        </p:nvSpPr>
        <p:spPr>
          <a:xfrm>
            <a:off x="15137606" y="7432737"/>
            <a:ext cx="14816395" cy="3981628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8800" dirty="0"/>
          </a:p>
          <a:p>
            <a:pPr algn="ctr"/>
            <a:endParaRPr lang="en-US" sz="8800" dirty="0"/>
          </a:p>
          <a:p>
            <a:pPr algn="ctr"/>
            <a:endParaRPr lang="en-US" sz="8800" dirty="0"/>
          </a:p>
          <a:p>
            <a:pPr algn="ctr"/>
            <a:endParaRPr lang="en-US" sz="8800" dirty="0"/>
          </a:p>
          <a:p>
            <a:endParaRPr lang="en-GB" sz="880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4799C2F-8919-7F69-E37A-AA40B9BB865A}"/>
              </a:ext>
            </a:extLst>
          </p:cNvPr>
          <p:cNvSpPr/>
          <p:nvPr/>
        </p:nvSpPr>
        <p:spPr>
          <a:xfrm>
            <a:off x="162225" y="7432737"/>
            <a:ext cx="14661227" cy="3981628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5400" dirty="0"/>
          </a:p>
          <a:p>
            <a:endParaRPr lang="en-GB" sz="5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E7F8D3-3B0F-CAC4-C3B7-AB73D4982E8D}"/>
              </a:ext>
            </a:extLst>
          </p:cNvPr>
          <p:cNvSpPr txBox="1"/>
          <p:nvPr/>
        </p:nvSpPr>
        <p:spPr>
          <a:xfrm>
            <a:off x="4463043" y="47815"/>
            <a:ext cx="1786355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Enigma Academy</a:t>
            </a:r>
            <a:endParaRPr lang="en-IL" sz="18000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6.png">
            <a:extLst>
              <a:ext uri="{FF2B5EF4-FFF2-40B4-BE49-F238E27FC236}">
                <a16:creationId xmlns:a16="http://schemas.microsoft.com/office/drawing/2014/main" id="{1C1FAA54-E6E4-1666-3D67-D0D1CB6067E6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21733177" y="551983"/>
            <a:ext cx="8406963" cy="2455038"/>
          </a:xfrm>
          <a:prstGeom prst="rect">
            <a:avLst/>
          </a:prstGeom>
          <a:ln/>
        </p:spPr>
      </p:pic>
      <p:pic>
        <p:nvPicPr>
          <p:cNvPr id="4" name="image2.jpg">
            <a:extLst>
              <a:ext uri="{FF2B5EF4-FFF2-40B4-BE49-F238E27FC236}">
                <a16:creationId xmlns:a16="http://schemas.microsoft.com/office/drawing/2014/main" id="{16BBA347-4653-538E-8BD5-AE456ED1CDFA}"/>
              </a:ext>
            </a:extLst>
          </p:cNvPr>
          <p:cNvPicPr/>
          <p:nvPr/>
        </p:nvPicPr>
        <p:blipFill>
          <a:blip r:embed="rId4"/>
          <a:srcRect l="24118" t="40688" r="28070" b="18949"/>
          <a:stretch>
            <a:fillRect/>
          </a:stretch>
        </p:blipFill>
        <p:spPr>
          <a:xfrm>
            <a:off x="101251" y="47815"/>
            <a:ext cx="4238425" cy="3260357"/>
          </a:xfrm>
          <a:prstGeom prst="rect">
            <a:avLst/>
          </a:prstGeom>
          <a:ln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DD3D311-1EC6-0392-C550-D8710BBD161A}"/>
              </a:ext>
            </a:extLst>
          </p:cNvPr>
          <p:cNvSpPr txBox="1"/>
          <p:nvPr/>
        </p:nvSpPr>
        <p:spPr>
          <a:xfrm>
            <a:off x="321212" y="7683996"/>
            <a:ext cx="1438175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 :</a:t>
            </a:r>
          </a:p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Cryptography is often taught through dry theory, making it difficult to understand. Most learning tools are either too basic or lack hands-on interaction.</a:t>
            </a:r>
            <a:endParaRPr lang="en-IL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7ADA9B-FBD8-E1B4-2AF4-7085B38F5C23}"/>
              </a:ext>
            </a:extLst>
          </p:cNvPr>
          <p:cNvSpPr txBox="1"/>
          <p:nvPr/>
        </p:nvSpPr>
        <p:spPr>
          <a:xfrm>
            <a:off x="15354923" y="7628713"/>
            <a:ext cx="1438175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:</a:t>
            </a:r>
          </a:p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Enigma Academy is a 2D puzzle-adventure game that teaches cryptography through interactive play. Players decrypt real ciphers, solve logic puzzles, and learn by doing.</a:t>
            </a:r>
            <a:endParaRPr lang="en-IL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4B566FDE-1D7E-AAC2-2A4D-8B6019AFDF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87216" y="14726114"/>
            <a:ext cx="8515661" cy="4710730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9C7C8E7-CCE4-0382-4C70-1C2A5D1D07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42347" y="19559063"/>
            <a:ext cx="8644869" cy="463259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FD18CBC-62C7-61FF-5BF1-1C3021DB97A3}"/>
              </a:ext>
            </a:extLst>
          </p:cNvPr>
          <p:cNvSpPr txBox="1"/>
          <p:nvPr/>
        </p:nvSpPr>
        <p:spPr>
          <a:xfrm>
            <a:off x="569781" y="18402861"/>
            <a:ext cx="1273555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 Screen Overview</a:t>
            </a:r>
            <a:endParaRPr lang="en-IL" sz="66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1A1A44-988C-4B0F-24DD-906BB0AF53FC}"/>
              </a:ext>
            </a:extLst>
          </p:cNvPr>
          <p:cNvSpPr txBox="1"/>
          <p:nvPr/>
        </p:nvSpPr>
        <p:spPr>
          <a:xfrm>
            <a:off x="411875" y="24654978"/>
            <a:ext cx="1273555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Puzzle Door UI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F4E05A-D572-F65A-D2E1-FFEDFAFE6F28}"/>
              </a:ext>
            </a:extLst>
          </p:cNvPr>
          <p:cNvSpPr txBox="1"/>
          <p:nvPr/>
        </p:nvSpPr>
        <p:spPr>
          <a:xfrm>
            <a:off x="19814021" y="12952247"/>
            <a:ext cx="992266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Screen UI</a:t>
            </a:r>
            <a:endParaRPr lang="en-IL" sz="66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BF26BC-CD69-5144-169B-0802B16C93F9}"/>
              </a:ext>
            </a:extLst>
          </p:cNvPr>
          <p:cNvSpPr/>
          <p:nvPr/>
        </p:nvSpPr>
        <p:spPr>
          <a:xfrm>
            <a:off x="235674" y="33720148"/>
            <a:ext cx="14661227" cy="879598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5400" dirty="0"/>
          </a:p>
          <a:p>
            <a:endParaRPr lang="en-GB" sz="5400" dirty="0"/>
          </a:p>
        </p:txBody>
      </p:sp>
      <p:pic>
        <p:nvPicPr>
          <p:cNvPr id="17" name="Picture 1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250E841-003A-8A3D-9742-04302B80B69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113" y="35126058"/>
            <a:ext cx="1980483" cy="1980483"/>
          </a:xfrm>
          <a:prstGeom prst="rect">
            <a:avLst/>
          </a:prstGeom>
        </p:spPr>
      </p:pic>
      <p:pic>
        <p:nvPicPr>
          <p:cNvPr id="21" name="Picture 20" descr="A purple hexagon with a white letter and a hashtag&#10;&#10;AI-generated content may be incorrect.">
            <a:extLst>
              <a:ext uri="{FF2B5EF4-FFF2-40B4-BE49-F238E27FC236}">
                <a16:creationId xmlns:a16="http://schemas.microsoft.com/office/drawing/2014/main" id="{0ED89A1A-136F-9246-BA6E-95257302740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8522" y="36582205"/>
            <a:ext cx="1941036" cy="1941036"/>
          </a:xfrm>
          <a:prstGeom prst="rect">
            <a:avLst/>
          </a:prstGeom>
        </p:spPr>
      </p:pic>
      <p:pic>
        <p:nvPicPr>
          <p:cNvPr id="28" name="Picture 27" descr="A stack of colorful squares&#10;&#10;AI-generated content may be incorrect.">
            <a:extLst>
              <a:ext uri="{FF2B5EF4-FFF2-40B4-BE49-F238E27FC236}">
                <a16:creationId xmlns:a16="http://schemas.microsoft.com/office/drawing/2014/main" id="{50EB21B6-FF8E-E69A-844A-64708C7242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89978" y="38625856"/>
            <a:ext cx="1758618" cy="1758618"/>
          </a:xfrm>
          <a:prstGeom prst="rect">
            <a:avLst/>
          </a:prstGeom>
        </p:spPr>
      </p:pic>
      <p:pic>
        <p:nvPicPr>
          <p:cNvPr id="30" name="Picture 29" descr="A yellow sign with white text&#10;&#10;AI-generated content may be incorrect.">
            <a:extLst>
              <a:ext uri="{FF2B5EF4-FFF2-40B4-BE49-F238E27FC236}">
                <a16:creationId xmlns:a16="http://schemas.microsoft.com/office/drawing/2014/main" id="{D7EFAE84-9B88-ED25-614E-FDCD0B39971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3977" y="39704524"/>
            <a:ext cx="1758618" cy="1758618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5C19BBB7-3DC2-6680-6079-02FC16179262}"/>
              </a:ext>
            </a:extLst>
          </p:cNvPr>
          <p:cNvSpPr txBox="1"/>
          <p:nvPr/>
        </p:nvSpPr>
        <p:spPr>
          <a:xfrm>
            <a:off x="15919511" y="14719753"/>
            <a:ext cx="519143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Books and hint through out the game to find the Lock  Password</a:t>
            </a:r>
            <a:endParaRPr lang="en-IL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86006E6-10D3-1A3F-7F04-E88D669B0A8B}"/>
              </a:ext>
            </a:extLst>
          </p:cNvPr>
          <p:cNvSpPr txBox="1"/>
          <p:nvPr/>
        </p:nvSpPr>
        <p:spPr>
          <a:xfrm>
            <a:off x="20950043" y="19833464"/>
            <a:ext cx="519143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 inventory UI to Decrypt the hidden messages </a:t>
            </a:r>
            <a:endParaRPr lang="en-IL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725BF75-07F0-DC95-3495-E3835D851CC3}"/>
              </a:ext>
            </a:extLst>
          </p:cNvPr>
          <p:cNvSpPr txBox="1"/>
          <p:nvPr/>
        </p:nvSpPr>
        <p:spPr>
          <a:xfrm>
            <a:off x="2600996" y="34484886"/>
            <a:ext cx="10235381" cy="7571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5400" b="1" dirty="0"/>
              <a:t>Technologies Used:</a:t>
            </a:r>
          </a:p>
          <a:p>
            <a:endParaRPr lang="it-IT" sz="5400" b="1" dirty="0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it-IT" sz="5400" b="1" dirty="0"/>
              <a:t>Unity 2D Engine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it-IT" sz="5400" dirty="0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it-IT" sz="5400" b="1" dirty="0"/>
              <a:t>C# Scripting</a:t>
            </a:r>
            <a:r>
              <a:rPr lang="it-IT" sz="5400" dirty="0"/>
              <a:t> 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it-IT" sz="5400" dirty="0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it-IT" sz="5400" b="1" dirty="0"/>
              <a:t>Modular UI Architecture</a:t>
            </a:r>
            <a:r>
              <a:rPr lang="it-IT" sz="5400" dirty="0"/>
              <a:t>  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it-IT" sz="5400" dirty="0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it-IT" sz="5400" b="1" dirty="0"/>
              <a:t>Offline Educational Platform</a:t>
            </a:r>
            <a:r>
              <a:rPr lang="it-IT" sz="5400" dirty="0"/>
              <a:t> </a:t>
            </a:r>
            <a:endParaRPr lang="en-IL" sz="54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039945D-39CE-BDC1-2EF6-E003F0FEC923}"/>
              </a:ext>
            </a:extLst>
          </p:cNvPr>
          <p:cNvSpPr/>
          <p:nvPr/>
        </p:nvSpPr>
        <p:spPr>
          <a:xfrm>
            <a:off x="15292774" y="30530119"/>
            <a:ext cx="14661227" cy="1197521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5400" dirty="0"/>
          </a:p>
          <a:p>
            <a:endParaRPr lang="en-GB" sz="54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24DC8F9-EEC8-28A5-4E68-300766870FAB}"/>
              </a:ext>
            </a:extLst>
          </p:cNvPr>
          <p:cNvSpPr txBox="1"/>
          <p:nvPr/>
        </p:nvSpPr>
        <p:spPr>
          <a:xfrm>
            <a:off x="15919511" y="31227874"/>
            <a:ext cx="11395186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5400" b="1" dirty="0"/>
              <a:t>The Ciphers We Used in Our Project:</a:t>
            </a:r>
          </a:p>
          <a:p>
            <a:endParaRPr lang="it-IT" sz="5400" b="1" dirty="0"/>
          </a:p>
          <a:p>
            <a:endParaRPr lang="it-IT" sz="5400" b="1" dirty="0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it-IT" sz="5400" b="1" dirty="0"/>
              <a:t>Caesar Cipher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it-IT" sz="5400" b="1" dirty="0"/>
          </a:p>
          <a:p>
            <a:endParaRPr lang="it-IT" sz="5400" dirty="0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it-IT" sz="5400" b="1" dirty="0"/>
              <a:t>Vigenère Cipher</a:t>
            </a:r>
            <a:endParaRPr lang="it-IT" sz="5400" dirty="0"/>
          </a:p>
        </p:txBody>
      </p:sp>
      <p:pic>
        <p:nvPicPr>
          <p:cNvPr id="52" name="Picture 51" descr="A key in a circle&#10;&#10;AI-generated content may be incorrect.">
            <a:extLst>
              <a:ext uri="{FF2B5EF4-FFF2-40B4-BE49-F238E27FC236}">
                <a16:creationId xmlns:a16="http://schemas.microsoft.com/office/drawing/2014/main" id="{26D77A2C-A6F9-ED6D-A67F-E4D84386E8C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70641" y="32080461"/>
            <a:ext cx="1822125" cy="1822125"/>
          </a:xfrm>
          <a:prstGeom prst="rect">
            <a:avLst/>
          </a:prstGeom>
        </p:spPr>
      </p:pic>
      <p:pic>
        <p:nvPicPr>
          <p:cNvPr id="53" name="Picture 52" descr="A circular chart with letters and numbers&#10;&#10;AI-generated content may be incorrect.">
            <a:extLst>
              <a:ext uri="{FF2B5EF4-FFF2-40B4-BE49-F238E27FC236}">
                <a16:creationId xmlns:a16="http://schemas.microsoft.com/office/drawing/2014/main" id="{C9063F3A-45D1-9AC8-86DB-3A6AC5CF914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59495" y="32313667"/>
            <a:ext cx="5151023" cy="5073757"/>
          </a:xfrm>
          <a:prstGeom prst="rect">
            <a:avLst/>
          </a:prstGeom>
        </p:spPr>
      </p:pic>
      <p:pic>
        <p:nvPicPr>
          <p:cNvPr id="54" name="Picture 53" descr="A crossword puzzle with letters&#10;&#10;AI-generated content may be incorrect.">
            <a:extLst>
              <a:ext uri="{FF2B5EF4-FFF2-40B4-BE49-F238E27FC236}">
                <a16:creationId xmlns:a16="http://schemas.microsoft.com/office/drawing/2014/main" id="{032AE4FC-0135-7A4B-C449-97705ECE6AC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7041" y="37679850"/>
            <a:ext cx="4282820" cy="4282820"/>
          </a:xfrm>
          <a:prstGeom prst="rect">
            <a:avLst/>
          </a:prstGeom>
        </p:spPr>
      </p:pic>
      <p:pic>
        <p:nvPicPr>
          <p:cNvPr id="55" name="Picture 54" descr="A yellow and white squares with black letters&#10;&#10;AI-generated content may be incorrect.">
            <a:extLst>
              <a:ext uri="{FF2B5EF4-FFF2-40B4-BE49-F238E27FC236}">
                <a16:creationId xmlns:a16="http://schemas.microsoft.com/office/drawing/2014/main" id="{E3152C81-02B5-AB3A-A842-E7986AC5C1F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87217" y="38350692"/>
            <a:ext cx="8396644" cy="2686080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CCAECA50-93C9-1B7E-CA0C-50CBB1D0905E}"/>
              </a:ext>
            </a:extLst>
          </p:cNvPr>
          <p:cNvSpPr txBox="1"/>
          <p:nvPr/>
        </p:nvSpPr>
        <p:spPr>
          <a:xfrm>
            <a:off x="411875" y="31298419"/>
            <a:ext cx="991449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Hints you Saved from Decrypted Text to help find the Password to the final Door</a:t>
            </a:r>
            <a:endParaRPr lang="en-IL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A45E1CE-C597-BF5D-8311-1DC5674F7D8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448596" y="12023189"/>
            <a:ext cx="10711164" cy="589692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9FA6D8E-A1B6-3BA9-BC97-8548D4667F8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26337" y="19810900"/>
            <a:ext cx="8246163" cy="460980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D5FDC45-E1CA-61F9-C6DB-8F6364AEEA5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1875" y="26217571"/>
            <a:ext cx="8160625" cy="449230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774C068-D37E-F756-EE08-3693F8E45E09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614044" y="26371798"/>
            <a:ext cx="6877928" cy="380309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E70DB92-94D6-8E6D-18F1-9B00A8549022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6731672" y="26387482"/>
            <a:ext cx="6941628" cy="379375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F66E7157-B11D-3E52-19C8-7907030A16C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3343733" y="26409519"/>
            <a:ext cx="6826683" cy="3787406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099878EA-99CC-BEFF-02DA-348C367328C0}"/>
              </a:ext>
            </a:extLst>
          </p:cNvPr>
          <p:cNvSpPr txBox="1"/>
          <p:nvPr/>
        </p:nvSpPr>
        <p:spPr>
          <a:xfrm>
            <a:off x="10709310" y="25003856"/>
            <a:ext cx="1771329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Unlock Guide UI through your progress </a:t>
            </a:r>
            <a:endParaRPr lang="en-IL" sz="66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 descr="A red book with yellow pages&#10;&#10;AI-generated content may be incorrect.">
            <a:extLst>
              <a:ext uri="{FF2B5EF4-FFF2-40B4-BE49-F238E27FC236}">
                <a16:creationId xmlns:a16="http://schemas.microsoft.com/office/drawing/2014/main" id="{66712AE9-1749-587D-F908-DAD231D143E1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35006" y="20711286"/>
            <a:ext cx="2569027" cy="2569027"/>
          </a:xfrm>
          <a:prstGeom prst="rect">
            <a:avLst/>
          </a:prstGeom>
        </p:spPr>
      </p:pic>
      <p:pic>
        <p:nvPicPr>
          <p:cNvPr id="15" name="Picture 14" descr="A stack of books with a bookmark&#10;&#10;AI-generated content may be incorrect.">
            <a:extLst>
              <a:ext uri="{FF2B5EF4-FFF2-40B4-BE49-F238E27FC236}">
                <a16:creationId xmlns:a16="http://schemas.microsoft.com/office/drawing/2014/main" id="{E4B395C3-EC5C-71EB-2E94-6277D0E47AB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1810" y="30082581"/>
            <a:ext cx="3251880" cy="3251880"/>
          </a:xfrm>
          <a:prstGeom prst="rect">
            <a:avLst/>
          </a:prstGeom>
        </p:spPr>
      </p:pic>
      <p:pic>
        <p:nvPicPr>
          <p:cNvPr id="26" name="Picture 25" descr="A drawing of a scroll with a feather pen and ink bottle&#10;&#10;AI-generated content may be incorrect.">
            <a:extLst>
              <a:ext uri="{FF2B5EF4-FFF2-40B4-BE49-F238E27FC236}">
                <a16:creationId xmlns:a16="http://schemas.microsoft.com/office/drawing/2014/main" id="{36C9AF7C-F85C-0A69-24B7-8BABCFEA00ED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0856" y="21253438"/>
            <a:ext cx="2713134" cy="2713134"/>
          </a:xfrm>
          <a:prstGeom prst="rect">
            <a:avLst/>
          </a:prstGeom>
        </p:spPr>
      </p:pic>
      <p:pic>
        <p:nvPicPr>
          <p:cNvPr id="40" name="Picture 39" descr="A red book with a magnifying glass&#10;&#10;AI-generated content may be incorrect.">
            <a:extLst>
              <a:ext uri="{FF2B5EF4-FFF2-40B4-BE49-F238E27FC236}">
                <a16:creationId xmlns:a16="http://schemas.microsoft.com/office/drawing/2014/main" id="{4B2AFB3B-2D32-1E5F-5FA3-3FBC12693AC2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4923" y="12248343"/>
            <a:ext cx="2221170" cy="2221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7924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2267</TotalTime>
  <Words>162</Words>
  <Application>Microsoft Office PowerPoint</Application>
  <PresentationFormat>Custom</PresentationFormat>
  <Paragraphs>35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David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שוקרי עראף</dc:creator>
  <cp:lastModifiedBy>פיראס עמרייה</cp:lastModifiedBy>
  <cp:revision>59</cp:revision>
  <cp:lastPrinted>2025-01-29T18:23:32Z</cp:lastPrinted>
  <dcterms:created xsi:type="dcterms:W3CDTF">2025-01-28T11:00:49Z</dcterms:created>
  <dcterms:modified xsi:type="dcterms:W3CDTF">2025-07-24T05:37:33Z</dcterms:modified>
</cp:coreProperties>
</file>